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1" r:id="rId1"/>
  </p:sldMasterIdLst>
  <p:notesMasterIdLst>
    <p:notesMasterId r:id="rId30"/>
  </p:notesMasterIdLst>
  <p:sldIdLst>
    <p:sldId id="256" r:id="rId2"/>
    <p:sldId id="257" r:id="rId3"/>
    <p:sldId id="258" r:id="rId4"/>
    <p:sldId id="338" r:id="rId5"/>
    <p:sldId id="262" r:id="rId6"/>
    <p:sldId id="319" r:id="rId7"/>
    <p:sldId id="320" r:id="rId8"/>
    <p:sldId id="315" r:id="rId9"/>
    <p:sldId id="323" r:id="rId10"/>
    <p:sldId id="316" r:id="rId11"/>
    <p:sldId id="321" r:id="rId12"/>
    <p:sldId id="327" r:id="rId13"/>
    <p:sldId id="328" r:id="rId14"/>
    <p:sldId id="324" r:id="rId15"/>
    <p:sldId id="329" r:id="rId16"/>
    <p:sldId id="330" r:id="rId17"/>
    <p:sldId id="325" r:id="rId18"/>
    <p:sldId id="331" r:id="rId19"/>
    <p:sldId id="332" r:id="rId20"/>
    <p:sldId id="326" r:id="rId21"/>
    <p:sldId id="340" r:id="rId22"/>
    <p:sldId id="341" r:id="rId23"/>
    <p:sldId id="313" r:id="rId24"/>
    <p:sldId id="342" r:id="rId25"/>
    <p:sldId id="343" r:id="rId26"/>
    <p:sldId id="344" r:id="rId27"/>
    <p:sldId id="347" r:id="rId28"/>
    <p:sldId id="346" r:id="rId2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Quicksand" panose="020B0604020202020204" charset="0"/>
      <p:regular r:id="rId32"/>
      <p:bold r:id="rId33"/>
    </p:embeddedFont>
    <p:embeddedFont>
      <p:font typeface="Tenor Sans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8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C8B54-FD46-4CAC-A76C-35AD723500DD}" v="1927" dt="2024-05-13T07:02:23.386"/>
    <p1510:client id="{2CC1253D-7E7E-4FE9-A1CA-EFAE1A6FFB04}" v="59" dt="2024-05-13T07:03:16.112"/>
    <p1510:client id="{8155BA26-39F8-4BA1-BE03-FF04B3A90F7F}" v="1915" dt="2024-05-12T11:55:45.878"/>
    <p1510:client id="{9749773C-08AF-46B1-A7BA-E3E8769E63D6}" v="41" dt="2024-05-13T07:02:56.566"/>
    <p1510:client id="{DAA8C43A-918A-4240-9CB8-DC77F044EB32}" v="171" dt="2024-05-12T15:33:51.107"/>
  </p1510:revLst>
</p1510:revInfo>
</file>

<file path=ppt/tableStyles.xml><?xml version="1.0" encoding="utf-8"?>
<a:tblStyleLst xmlns:a="http://schemas.openxmlformats.org/drawingml/2006/main" def="{A4C6F146-2C10-4ADF-B92E-0CCAFC673485}">
  <a:tblStyle styleId="{A4C6F146-2C10-4ADF-B92E-0CCAFC6734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sinec V. Xavier" userId="a1af5d95259b486a" providerId="Windows Live" clId="Web-{80993726-60CF-4727-9035-8214DF665C6A}"/>
    <pc:docChg chg="addSld delSld modSld sldOrd">
      <pc:chgData name="Tomisinec V. Xavier" userId="a1af5d95259b486a" providerId="Windows Live" clId="Web-{80993726-60CF-4727-9035-8214DF665C6A}" dt="2024-05-11T10:34:39.786" v="784" actId="14100"/>
      <pc:docMkLst>
        <pc:docMk/>
      </pc:docMkLst>
      <pc:sldChg chg="del ord">
        <pc:chgData name="Tomisinec V. Xavier" userId="a1af5d95259b486a" providerId="Windows Live" clId="Web-{80993726-60CF-4727-9035-8214DF665C6A}" dt="2024-05-11T10:00:28.750" v="448"/>
        <pc:sldMkLst>
          <pc:docMk/>
          <pc:sldMk cId="0" sldId="261"/>
        </pc:sldMkLst>
      </pc:sldChg>
      <pc:sldChg chg="modSp">
        <pc:chgData name="Tomisinec V. Xavier" userId="a1af5d95259b486a" providerId="Windows Live" clId="Web-{80993726-60CF-4727-9035-8214DF665C6A}" dt="2024-05-11T08:51:48.941" v="8" actId="1076"/>
        <pc:sldMkLst>
          <pc:docMk/>
          <pc:sldMk cId="0" sldId="262"/>
        </pc:sldMkLst>
        <pc:spChg chg="mod">
          <ac:chgData name="Tomisinec V. Xavier" userId="a1af5d95259b486a" providerId="Windows Live" clId="Web-{80993726-60CF-4727-9035-8214DF665C6A}" dt="2024-05-11T08:43:43.300" v="0" actId="1076"/>
          <ac:spMkLst>
            <pc:docMk/>
            <pc:sldMk cId="0" sldId="262"/>
            <ac:spMk id="3" creationId="{EFE5411B-1C36-99E4-B19C-5B5F6EBB4CFB}"/>
          </ac:spMkLst>
        </pc:spChg>
        <pc:spChg chg="mod">
          <ac:chgData name="Tomisinec V. Xavier" userId="a1af5d95259b486a" providerId="Windows Live" clId="Web-{80993726-60CF-4727-9035-8214DF665C6A}" dt="2024-05-11T08:51:48.941" v="8" actId="1076"/>
          <ac:spMkLst>
            <pc:docMk/>
            <pc:sldMk cId="0" sldId="262"/>
            <ac:spMk id="479" creationId="{00000000-0000-0000-0000-000000000000}"/>
          </ac:spMkLst>
        </pc:spChg>
      </pc:sldChg>
      <pc:sldChg chg="addSp delSp modSp">
        <pc:chgData name="Tomisinec V. Xavier" userId="a1af5d95259b486a" providerId="Windows Live" clId="Web-{80993726-60CF-4727-9035-8214DF665C6A}" dt="2024-05-11T09:15:19.470" v="102" actId="1076"/>
        <pc:sldMkLst>
          <pc:docMk/>
          <pc:sldMk cId="3929669988" sldId="315"/>
        </pc:sldMkLst>
        <pc:spChg chg="add mod">
          <ac:chgData name="Tomisinec V. Xavier" userId="a1af5d95259b486a" providerId="Windows Live" clId="Web-{80993726-60CF-4727-9035-8214DF665C6A}" dt="2024-05-11T09:07:38.846" v="76" actId="1076"/>
          <ac:spMkLst>
            <pc:docMk/>
            <pc:sldMk cId="3929669988" sldId="315"/>
            <ac:spMk id="3" creationId="{0A1E23FA-5CFE-8772-02CB-7E9254917F01}"/>
          </ac:spMkLst>
        </pc:spChg>
        <pc:spChg chg="mod">
          <ac:chgData name="Tomisinec V. Xavier" userId="a1af5d95259b486a" providerId="Windows Live" clId="Web-{80993726-60CF-4727-9035-8214DF665C6A}" dt="2024-05-11T09:15:19.470" v="102" actId="1076"/>
          <ac:spMkLst>
            <pc:docMk/>
            <pc:sldMk cId="3929669988" sldId="315"/>
            <ac:spMk id="39" creationId="{2C5D7F67-A25F-8A1A-AA7A-4EB1F191DB84}"/>
          </ac:spMkLst>
        </pc:spChg>
        <pc:picChg chg="mod">
          <ac:chgData name="Tomisinec V. Xavier" userId="a1af5d95259b486a" providerId="Windows Live" clId="Web-{80993726-60CF-4727-9035-8214DF665C6A}" dt="2024-05-11T09:07:06.658" v="70" actId="1076"/>
          <ac:picMkLst>
            <pc:docMk/>
            <pc:sldMk cId="3929669988" sldId="315"/>
            <ac:picMk id="28" creationId="{038106B3-FA99-489F-072B-AEE943C1107F}"/>
          </ac:picMkLst>
        </pc:picChg>
        <pc:cxnChg chg="add mod">
          <ac:chgData name="Tomisinec V. Xavier" userId="a1af5d95259b486a" providerId="Windows Live" clId="Web-{80993726-60CF-4727-9035-8214DF665C6A}" dt="2024-05-11T09:06:54.407" v="66"/>
          <ac:cxnSpMkLst>
            <pc:docMk/>
            <pc:sldMk cId="3929669988" sldId="315"/>
            <ac:cxnSpMk id="2" creationId="{A157B4E8-2A6B-38BD-92EB-968DE9BF3DB4}"/>
          </ac:cxnSpMkLst>
        </pc:cxnChg>
        <pc:cxnChg chg="add del mod">
          <ac:chgData name="Tomisinec V. Xavier" userId="a1af5d95259b486a" providerId="Windows Live" clId="Web-{80993726-60CF-4727-9035-8214DF665C6A}" dt="2024-05-11T09:07:07.861" v="71"/>
          <ac:cxnSpMkLst>
            <pc:docMk/>
            <pc:sldMk cId="3929669988" sldId="315"/>
            <ac:cxnSpMk id="4" creationId="{EC6EA261-8CF2-95EC-A8E4-0DDF3323A2E4}"/>
          </ac:cxnSpMkLst>
        </pc:cxnChg>
        <pc:cxnChg chg="add mod">
          <ac:chgData name="Tomisinec V. Xavier" userId="a1af5d95259b486a" providerId="Windows Live" clId="Web-{80993726-60CF-4727-9035-8214DF665C6A}" dt="2024-05-11T09:10:19.601" v="87"/>
          <ac:cxnSpMkLst>
            <pc:docMk/>
            <pc:sldMk cId="3929669988" sldId="315"/>
            <ac:cxnSpMk id="5" creationId="{AA08A55C-5DF8-9CD0-D49D-5E7C9A665DA5}"/>
          </ac:cxnSpMkLst>
        </pc:cxnChg>
        <pc:cxnChg chg="add">
          <ac:chgData name="Tomisinec V. Xavier" userId="a1af5d95259b486a" providerId="Windows Live" clId="Web-{80993726-60CF-4727-9035-8214DF665C6A}" dt="2024-05-11T09:07:32.643" v="75"/>
          <ac:cxnSpMkLst>
            <pc:docMk/>
            <pc:sldMk cId="3929669988" sldId="315"/>
            <ac:cxnSpMk id="6" creationId="{3FCAFA91-75D9-03E1-6C22-D5DFA2DF4B67}"/>
          </ac:cxnSpMkLst>
        </pc:cxnChg>
        <pc:cxnChg chg="add del">
          <ac:chgData name="Tomisinec V. Xavier" userId="a1af5d95259b486a" providerId="Windows Live" clId="Web-{80993726-60CF-4727-9035-8214DF665C6A}" dt="2024-05-11T09:08:01.691" v="78"/>
          <ac:cxnSpMkLst>
            <pc:docMk/>
            <pc:sldMk cId="3929669988" sldId="315"/>
            <ac:cxnSpMk id="9" creationId="{6386DE13-19CF-A3AD-BC2D-598701D82F34}"/>
          </ac:cxnSpMkLst>
        </pc:cxnChg>
      </pc:sldChg>
      <pc:sldChg chg="addSp delSp modSp new">
        <pc:chgData name="Tomisinec V. Xavier" userId="a1af5d95259b486a" providerId="Windows Live" clId="Web-{80993726-60CF-4727-9035-8214DF665C6A}" dt="2024-05-11T09:55:52.757" v="445" actId="1076"/>
        <pc:sldMkLst>
          <pc:docMk/>
          <pc:sldMk cId="3234713782" sldId="316"/>
        </pc:sldMkLst>
        <pc:spChg chg="del">
          <ac:chgData name="Tomisinec V. Xavier" userId="a1af5d95259b486a" providerId="Windows Live" clId="Web-{80993726-60CF-4727-9035-8214DF665C6A}" dt="2024-05-11T09:02:12.679" v="26"/>
          <ac:spMkLst>
            <pc:docMk/>
            <pc:sldMk cId="3234713782" sldId="316"/>
            <ac:spMk id="3" creationId="{7F5714F6-D503-40D0-66FF-163E6164C3AE}"/>
          </ac:spMkLst>
        </pc:spChg>
        <pc:spChg chg="del">
          <ac:chgData name="Tomisinec V. Xavier" userId="a1af5d95259b486a" providerId="Windows Live" clId="Web-{80993726-60CF-4727-9035-8214DF665C6A}" dt="2024-05-11T09:02:12.679" v="25"/>
          <ac:spMkLst>
            <pc:docMk/>
            <pc:sldMk cId="3234713782" sldId="316"/>
            <ac:spMk id="4" creationId="{EFCC9185-6B9E-DD68-2EFA-A6A90FDA8E40}"/>
          </ac:spMkLst>
        </pc:spChg>
        <pc:spChg chg="del">
          <ac:chgData name="Tomisinec V. Xavier" userId="a1af5d95259b486a" providerId="Windows Live" clId="Web-{80993726-60CF-4727-9035-8214DF665C6A}" dt="2024-05-11T09:02:12.679" v="24"/>
          <ac:spMkLst>
            <pc:docMk/>
            <pc:sldMk cId="3234713782" sldId="316"/>
            <ac:spMk id="5" creationId="{86A2D6FE-6A24-E54E-3926-B0FD2FC9CDFD}"/>
          </ac:spMkLst>
        </pc:spChg>
        <pc:spChg chg="del">
          <ac:chgData name="Tomisinec V. Xavier" userId="a1af5d95259b486a" providerId="Windows Live" clId="Web-{80993726-60CF-4727-9035-8214DF665C6A}" dt="2024-05-11T09:02:12.679" v="23"/>
          <ac:spMkLst>
            <pc:docMk/>
            <pc:sldMk cId="3234713782" sldId="316"/>
            <ac:spMk id="6" creationId="{915C8A7F-8B99-3C51-8943-65F8F639CE46}"/>
          </ac:spMkLst>
        </pc:spChg>
        <pc:spChg chg="del">
          <ac:chgData name="Tomisinec V. Xavier" userId="a1af5d95259b486a" providerId="Windows Live" clId="Web-{80993726-60CF-4727-9035-8214DF665C6A}" dt="2024-05-11T09:02:12.679" v="22"/>
          <ac:spMkLst>
            <pc:docMk/>
            <pc:sldMk cId="3234713782" sldId="316"/>
            <ac:spMk id="7" creationId="{E486F46B-32A8-4837-BFAF-7419E387EDC5}"/>
          </ac:spMkLst>
        </pc:spChg>
        <pc:spChg chg="del">
          <ac:chgData name="Tomisinec V. Xavier" userId="a1af5d95259b486a" providerId="Windows Live" clId="Web-{80993726-60CF-4727-9035-8214DF665C6A}" dt="2024-05-11T09:02:12.679" v="21"/>
          <ac:spMkLst>
            <pc:docMk/>
            <pc:sldMk cId="3234713782" sldId="316"/>
            <ac:spMk id="8" creationId="{0C4129F0-3C7D-87FB-2FFA-1F4AB06588F9}"/>
          </ac:spMkLst>
        </pc:spChg>
        <pc:spChg chg="mod">
          <ac:chgData name="Tomisinec V. Xavier" userId="a1af5d95259b486a" providerId="Windows Live" clId="Web-{80993726-60CF-4727-9035-8214DF665C6A}" dt="2024-05-11T09:02:08.445" v="20" actId="20577"/>
          <ac:spMkLst>
            <pc:docMk/>
            <pc:sldMk cId="3234713782" sldId="316"/>
            <ac:spMk id="9" creationId="{24DB1C2D-4CA9-3CC0-656B-6D813F668132}"/>
          </ac:spMkLst>
        </pc:spChg>
        <pc:spChg chg="add mod">
          <ac:chgData name="Tomisinec V. Xavier" userId="a1af5d95259b486a" providerId="Windows Live" clId="Web-{80993726-60CF-4727-9035-8214DF665C6A}" dt="2024-05-11T09:55:52.757" v="445" actId="1076"/>
          <ac:spMkLst>
            <pc:docMk/>
            <pc:sldMk cId="3234713782" sldId="316"/>
            <ac:spMk id="10" creationId="{BDE88162-3193-7B63-F199-C9D141154EBF}"/>
          </ac:spMkLst>
        </pc:spChg>
        <pc:spChg chg="add del mod">
          <ac:chgData name="Tomisinec V. Xavier" userId="a1af5d95259b486a" providerId="Windows Live" clId="Web-{80993726-60CF-4727-9035-8214DF665C6A}" dt="2024-05-11T09:03:26.916" v="38"/>
          <ac:spMkLst>
            <pc:docMk/>
            <pc:sldMk cId="3234713782" sldId="316"/>
            <ac:spMk id="11" creationId="{AA9EC65B-2541-DF9B-86BA-41C7CDCA20EC}"/>
          </ac:spMkLst>
        </pc:spChg>
        <pc:spChg chg="add mod">
          <ac:chgData name="Tomisinec V. Xavier" userId="a1af5d95259b486a" providerId="Windows Live" clId="Web-{80993726-60CF-4727-9035-8214DF665C6A}" dt="2024-05-11T09:55:32.194" v="440" actId="20577"/>
          <ac:spMkLst>
            <pc:docMk/>
            <pc:sldMk cId="3234713782" sldId="316"/>
            <ac:spMk id="12" creationId="{806EE370-C006-EE1B-FBFE-9A76D43213A2}"/>
          </ac:spMkLst>
        </pc:spChg>
        <pc:spChg chg="add del mod">
          <ac:chgData name="Tomisinec V. Xavier" userId="a1af5d95259b486a" providerId="Windows Live" clId="Web-{80993726-60CF-4727-9035-8214DF665C6A}" dt="2024-05-11T09:03:33.463" v="44"/>
          <ac:spMkLst>
            <pc:docMk/>
            <pc:sldMk cId="3234713782" sldId="316"/>
            <ac:spMk id="13" creationId="{44A7F4A3-0E3A-ADDF-6E08-F32689081FBA}"/>
          </ac:spMkLst>
        </pc:spChg>
        <pc:spChg chg="add del mod">
          <ac:chgData name="Tomisinec V. Xavier" userId="a1af5d95259b486a" providerId="Windows Live" clId="Web-{80993726-60CF-4727-9035-8214DF665C6A}" dt="2024-05-11T09:54:51.333" v="428"/>
          <ac:spMkLst>
            <pc:docMk/>
            <pc:sldMk cId="3234713782" sldId="316"/>
            <ac:spMk id="15" creationId="{33997FA1-A6A4-2F6F-D091-3E98329871C7}"/>
          </ac:spMkLst>
        </pc:spChg>
        <pc:spChg chg="add mod">
          <ac:chgData name="Tomisinec V. Xavier" userId="a1af5d95259b486a" providerId="Windows Live" clId="Web-{80993726-60CF-4727-9035-8214DF665C6A}" dt="2024-05-11T09:55:38.600" v="443" actId="20577"/>
          <ac:spMkLst>
            <pc:docMk/>
            <pc:sldMk cId="3234713782" sldId="316"/>
            <ac:spMk id="17" creationId="{46E70520-E6AA-B57E-5066-6DF138695781}"/>
          </ac:spMkLst>
        </pc:spChg>
        <pc:picChg chg="add mod modCrop">
          <ac:chgData name="Tomisinec V. Xavier" userId="a1af5d95259b486a" providerId="Windows Live" clId="Web-{80993726-60CF-4727-9035-8214DF665C6A}" dt="2024-05-11T09:55:47.788" v="444" actId="1076"/>
          <ac:picMkLst>
            <pc:docMk/>
            <pc:sldMk cId="3234713782" sldId="316"/>
            <ac:picMk id="14" creationId="{85F4CB2C-54E7-2228-DB06-4D5E48E1153E}"/>
          </ac:picMkLst>
        </pc:picChg>
        <pc:picChg chg="add mod">
          <ac:chgData name="Tomisinec V. Xavier" userId="a1af5d95259b486a" providerId="Windows Live" clId="Web-{80993726-60CF-4727-9035-8214DF665C6A}" dt="2024-05-11T09:55:00.599" v="433" actId="1076"/>
          <ac:picMkLst>
            <pc:docMk/>
            <pc:sldMk cId="3234713782" sldId="316"/>
            <ac:picMk id="16" creationId="{C258B27F-C6AC-630F-379A-78AB17A1FF71}"/>
          </ac:picMkLst>
        </pc:picChg>
      </pc:sldChg>
      <pc:sldChg chg="modSp new del">
        <pc:chgData name="Tomisinec V. Xavier" userId="a1af5d95259b486a" providerId="Windows Live" clId="Web-{80993726-60CF-4727-9035-8214DF665C6A}" dt="2024-05-11T08:58:41.001" v="17"/>
        <pc:sldMkLst>
          <pc:docMk/>
          <pc:sldMk cId="3251357525" sldId="316"/>
        </pc:sldMkLst>
        <pc:spChg chg="mod">
          <ac:chgData name="Tomisinec V. Xavier" userId="a1af5d95259b486a" providerId="Windows Live" clId="Web-{80993726-60CF-4727-9035-8214DF665C6A}" dt="2024-05-11T08:58:01.796" v="16" actId="20577"/>
          <ac:spMkLst>
            <pc:docMk/>
            <pc:sldMk cId="3251357525" sldId="316"/>
            <ac:spMk id="9" creationId="{9AAFFEF2-70F6-6176-74F2-622BFA75F386}"/>
          </ac:spMkLst>
        </pc:spChg>
      </pc:sldChg>
      <pc:sldChg chg="del">
        <pc:chgData name="Tomisinec V. Xavier" userId="a1af5d95259b486a" providerId="Windows Live" clId="Web-{80993726-60CF-4727-9035-8214DF665C6A}" dt="2024-05-11T10:00:05.062" v="446"/>
        <pc:sldMkLst>
          <pc:docMk/>
          <pc:sldMk cId="2791962935" sldId="318"/>
        </pc:sldMkLst>
      </pc:sldChg>
      <pc:sldChg chg="addSp delSp modSp add replId">
        <pc:chgData name="Tomisinec V. Xavier" userId="a1af5d95259b486a" providerId="Windows Live" clId="Web-{80993726-60CF-4727-9035-8214DF665C6A}" dt="2024-05-11T09:44:34.126" v="415" actId="1076"/>
        <pc:sldMkLst>
          <pc:docMk/>
          <pc:sldMk cId="2310674729" sldId="323"/>
        </pc:sldMkLst>
        <pc:spChg chg="add del mod">
          <ac:chgData name="Tomisinec V. Xavier" userId="a1af5d95259b486a" providerId="Windows Live" clId="Web-{80993726-60CF-4727-9035-8214DF665C6A}" dt="2024-05-11T09:30:27.551" v="190"/>
          <ac:spMkLst>
            <pc:docMk/>
            <pc:sldMk cId="2310674729" sldId="323"/>
            <ac:spMk id="2" creationId="{C6DDB6B8-C9F9-FE4D-448C-F8CDB27DCB7A}"/>
          </ac:spMkLst>
        </pc:spChg>
        <pc:spChg chg="add mod">
          <ac:chgData name="Tomisinec V. Xavier" userId="a1af5d95259b486a" providerId="Windows Live" clId="Web-{80993726-60CF-4727-9035-8214DF665C6A}" dt="2024-05-11T09:30:18.661" v="189" actId="1076"/>
          <ac:spMkLst>
            <pc:docMk/>
            <pc:sldMk cId="2310674729" sldId="323"/>
            <ac:spMk id="4" creationId="{17E2DBCE-91EB-D9A1-7082-A7345CF7B0EA}"/>
          </ac:spMkLst>
        </pc:spChg>
        <pc:spChg chg="add del mod">
          <ac:chgData name="Tomisinec V. Xavier" userId="a1af5d95259b486a" providerId="Windows Live" clId="Web-{80993726-60CF-4727-9035-8214DF665C6A}" dt="2024-05-11T09:44:14.312" v="397"/>
          <ac:spMkLst>
            <pc:docMk/>
            <pc:sldMk cId="2310674729" sldId="323"/>
            <ac:spMk id="5" creationId="{BC427524-1463-2397-85A5-06B27886C18F}"/>
          </ac:spMkLst>
        </pc:spChg>
        <pc:spChg chg="add mod">
          <ac:chgData name="Tomisinec V. Xavier" userId="a1af5d95259b486a" providerId="Windows Live" clId="Web-{80993726-60CF-4727-9035-8214DF665C6A}" dt="2024-05-11T09:42:31.950" v="315" actId="1076"/>
          <ac:spMkLst>
            <pc:docMk/>
            <pc:sldMk cId="2310674729" sldId="323"/>
            <ac:spMk id="7" creationId="{54AB199C-A95C-1B6B-90BB-BFBD4897A08D}"/>
          </ac:spMkLst>
        </pc:spChg>
        <pc:spChg chg="add del mod">
          <ac:chgData name="Tomisinec V. Xavier" userId="a1af5d95259b486a" providerId="Windows Live" clId="Web-{80993726-60CF-4727-9035-8214DF665C6A}" dt="2024-05-11T09:43:49.921" v="389"/>
          <ac:spMkLst>
            <pc:docMk/>
            <pc:sldMk cId="2310674729" sldId="323"/>
            <ac:spMk id="9" creationId="{B5D166BF-044C-D2D8-BE81-0A287DBF9BED}"/>
          </ac:spMkLst>
        </pc:spChg>
        <pc:spChg chg="mod">
          <ac:chgData name="Tomisinec V. Xavier" userId="a1af5d95259b486a" providerId="Windows Live" clId="Web-{80993726-60CF-4727-9035-8214DF665C6A}" dt="2024-05-11T09:31:08.381" v="232" actId="20577"/>
          <ac:spMkLst>
            <pc:docMk/>
            <pc:sldMk cId="2310674729" sldId="323"/>
            <ac:spMk id="801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826" v="338" actId="1076"/>
          <ac:spMkLst>
            <pc:docMk/>
            <pc:sldMk cId="2310674729" sldId="323"/>
            <ac:spMk id="802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841" v="339" actId="1076"/>
          <ac:spMkLst>
            <pc:docMk/>
            <pc:sldMk cId="2310674729" sldId="323"/>
            <ac:spMk id="803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857" v="340" actId="1076"/>
          <ac:spMkLst>
            <pc:docMk/>
            <pc:sldMk cId="2310674729" sldId="323"/>
            <ac:spMk id="804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872" v="341" actId="1076"/>
          <ac:spMkLst>
            <pc:docMk/>
            <pc:sldMk cId="2310674729" sldId="323"/>
            <ac:spMk id="805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888" v="342" actId="1076"/>
          <ac:spMkLst>
            <pc:docMk/>
            <pc:sldMk cId="2310674729" sldId="323"/>
            <ac:spMk id="806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907" v="343" actId="1076"/>
          <ac:spMkLst>
            <pc:docMk/>
            <pc:sldMk cId="2310674729" sldId="323"/>
            <ac:spMk id="807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935" v="344" actId="1076"/>
          <ac:spMkLst>
            <pc:docMk/>
            <pc:sldMk cId="2310674729" sldId="323"/>
            <ac:spMk id="808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951" v="345" actId="1076"/>
          <ac:spMkLst>
            <pc:docMk/>
            <pc:sldMk cId="2310674729" sldId="323"/>
            <ac:spMk id="809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951" v="346" actId="1076"/>
          <ac:spMkLst>
            <pc:docMk/>
            <pc:sldMk cId="2310674729" sldId="323"/>
            <ac:spMk id="810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966" v="347" actId="1076"/>
          <ac:spMkLst>
            <pc:docMk/>
            <pc:sldMk cId="2310674729" sldId="323"/>
            <ac:spMk id="811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4:14.312" v="403"/>
          <ac:spMkLst>
            <pc:docMk/>
            <pc:sldMk cId="2310674729" sldId="323"/>
            <ac:spMk id="812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4:14.312" v="402"/>
          <ac:spMkLst>
            <pc:docMk/>
            <pc:sldMk cId="2310674729" sldId="323"/>
            <ac:spMk id="813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2:55.982" v="348" actId="1076"/>
          <ac:spMkLst>
            <pc:docMk/>
            <pc:sldMk cId="2310674729" sldId="323"/>
            <ac:spMk id="814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7"/>
          <ac:spMkLst>
            <pc:docMk/>
            <pc:sldMk cId="2310674729" sldId="323"/>
            <ac:spMk id="815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6"/>
          <ac:spMkLst>
            <pc:docMk/>
            <pc:sldMk cId="2310674729" sldId="323"/>
            <ac:spMk id="816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5"/>
          <ac:spMkLst>
            <pc:docMk/>
            <pc:sldMk cId="2310674729" sldId="323"/>
            <ac:spMk id="817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4"/>
          <ac:spMkLst>
            <pc:docMk/>
            <pc:sldMk cId="2310674729" sldId="323"/>
            <ac:spMk id="818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3"/>
          <ac:spMkLst>
            <pc:docMk/>
            <pc:sldMk cId="2310674729" sldId="323"/>
            <ac:spMk id="819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2"/>
          <ac:spMkLst>
            <pc:docMk/>
            <pc:sldMk cId="2310674729" sldId="323"/>
            <ac:spMk id="820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1"/>
          <ac:spMkLst>
            <pc:docMk/>
            <pc:sldMk cId="2310674729" sldId="323"/>
            <ac:spMk id="821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30"/>
          <ac:spMkLst>
            <pc:docMk/>
            <pc:sldMk cId="2310674729" sldId="323"/>
            <ac:spMk id="822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9"/>
          <ac:spMkLst>
            <pc:docMk/>
            <pc:sldMk cId="2310674729" sldId="323"/>
            <ac:spMk id="823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8"/>
          <ac:spMkLst>
            <pc:docMk/>
            <pc:sldMk cId="2310674729" sldId="323"/>
            <ac:spMk id="824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4:14.312" v="401"/>
          <ac:spMkLst>
            <pc:docMk/>
            <pc:sldMk cId="2310674729" sldId="323"/>
            <ac:spMk id="825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4:14.312" v="400"/>
          <ac:spMkLst>
            <pc:docMk/>
            <pc:sldMk cId="2310674729" sldId="323"/>
            <ac:spMk id="826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7"/>
          <ac:spMkLst>
            <pc:docMk/>
            <pc:sldMk cId="2310674729" sldId="323"/>
            <ac:spMk id="827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6"/>
          <ac:spMkLst>
            <pc:docMk/>
            <pc:sldMk cId="2310674729" sldId="323"/>
            <ac:spMk id="828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5"/>
          <ac:spMkLst>
            <pc:docMk/>
            <pc:sldMk cId="2310674729" sldId="323"/>
            <ac:spMk id="829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4"/>
          <ac:spMkLst>
            <pc:docMk/>
            <pc:sldMk cId="2310674729" sldId="323"/>
            <ac:spMk id="830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3"/>
          <ac:spMkLst>
            <pc:docMk/>
            <pc:sldMk cId="2310674729" sldId="323"/>
            <ac:spMk id="831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2"/>
          <ac:spMkLst>
            <pc:docMk/>
            <pc:sldMk cId="2310674729" sldId="323"/>
            <ac:spMk id="832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1"/>
          <ac:spMkLst>
            <pc:docMk/>
            <pc:sldMk cId="2310674729" sldId="323"/>
            <ac:spMk id="833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20"/>
          <ac:spMkLst>
            <pc:docMk/>
            <pc:sldMk cId="2310674729" sldId="323"/>
            <ac:spMk id="834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19"/>
          <ac:spMkLst>
            <pc:docMk/>
            <pc:sldMk cId="2310674729" sldId="323"/>
            <ac:spMk id="835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18"/>
          <ac:spMkLst>
            <pc:docMk/>
            <pc:sldMk cId="2310674729" sldId="323"/>
            <ac:spMk id="836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17"/>
          <ac:spMkLst>
            <pc:docMk/>
            <pc:sldMk cId="2310674729" sldId="323"/>
            <ac:spMk id="837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4:14.312" v="399"/>
          <ac:spMkLst>
            <pc:docMk/>
            <pc:sldMk cId="2310674729" sldId="323"/>
            <ac:spMk id="838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4:14.312" v="398"/>
          <ac:spMkLst>
            <pc:docMk/>
            <pc:sldMk cId="2310674729" sldId="323"/>
            <ac:spMk id="839" creationId="{00000000-0000-0000-0000-000000000000}"/>
          </ac:spMkLst>
        </pc:spChg>
        <pc:spChg chg="del mod">
          <ac:chgData name="Tomisinec V. Xavier" userId="a1af5d95259b486a" providerId="Windows Live" clId="Web-{80993726-60CF-4727-9035-8214DF665C6A}" dt="2024-05-11T09:42:46.200" v="316"/>
          <ac:spMkLst>
            <pc:docMk/>
            <pc:sldMk cId="2310674729" sldId="323"/>
            <ac:spMk id="840" creationId="{00000000-0000-0000-0000-000000000000}"/>
          </ac:spMkLst>
        </pc:spChg>
        <pc:spChg chg="mod">
          <ac:chgData name="Tomisinec V. Xavier" userId="a1af5d95259b486a" providerId="Windows Live" clId="Web-{80993726-60CF-4727-9035-8214DF665C6A}" dt="2024-05-11T09:44:34.126" v="415" actId="1076"/>
          <ac:spMkLst>
            <pc:docMk/>
            <pc:sldMk cId="2310674729" sldId="323"/>
            <ac:spMk id="841" creationId="{00000000-0000-0000-0000-000000000000}"/>
          </ac:spMkLst>
        </pc:spChg>
        <pc:graphicFrameChg chg="add mod modGraphic">
          <ac:chgData name="Tomisinec V. Xavier" userId="a1af5d95259b486a" providerId="Windows Live" clId="Web-{80993726-60CF-4727-9035-8214DF665C6A}" dt="2024-05-11T09:44:31.485" v="414"/>
          <ac:graphicFrameMkLst>
            <pc:docMk/>
            <pc:sldMk cId="2310674729" sldId="323"/>
            <ac:graphicFrameMk id="8" creationId="{13D82B29-6D34-6501-7822-F80C0F512C8F}"/>
          </ac:graphicFrameMkLst>
        </pc:graphicFrameChg>
      </pc:sldChg>
      <pc:sldChg chg="addSp delSp modSp">
        <pc:chgData name="Tomisinec V. Xavier" userId="a1af5d95259b486a" providerId="Windows Live" clId="Web-{80993726-60CF-4727-9035-8214DF665C6A}" dt="2024-05-11T10:11:47.991" v="600" actId="1076"/>
        <pc:sldMkLst>
          <pc:docMk/>
          <pc:sldMk cId="1124106902" sldId="326"/>
        </pc:sldMkLst>
        <pc:spChg chg="add del mod">
          <ac:chgData name="Tomisinec V. Xavier" userId="a1af5d95259b486a" providerId="Windows Live" clId="Web-{80993726-60CF-4727-9035-8214DF665C6A}" dt="2024-05-11T10:02:55.458" v="480"/>
          <ac:spMkLst>
            <pc:docMk/>
            <pc:sldMk cId="1124106902" sldId="326"/>
            <ac:spMk id="6" creationId="{BB2A78CF-1D3D-FD3E-3AA4-C60FAD47A31C}"/>
          </ac:spMkLst>
        </pc:spChg>
        <pc:spChg chg="add mod">
          <ac:chgData name="Tomisinec V. Xavier" userId="a1af5d95259b486a" providerId="Windows Live" clId="Web-{80993726-60CF-4727-9035-8214DF665C6A}" dt="2024-05-11T10:11:29.052" v="596" actId="1076"/>
          <ac:spMkLst>
            <pc:docMk/>
            <pc:sldMk cId="1124106902" sldId="326"/>
            <ac:spMk id="7" creationId="{52FE4A7F-3733-DF89-3DCC-4A92802CEEA4}"/>
          </ac:spMkLst>
        </pc:spChg>
        <pc:spChg chg="add mod">
          <ac:chgData name="Tomisinec V. Xavier" userId="a1af5d95259b486a" providerId="Windows Live" clId="Web-{80993726-60CF-4727-9035-8214DF665C6A}" dt="2024-05-11T10:11:47.991" v="600" actId="1076"/>
          <ac:spMkLst>
            <pc:docMk/>
            <pc:sldMk cId="1124106902" sldId="326"/>
            <ac:spMk id="8" creationId="{3D93C24E-66DE-3E45-7850-D8C8191AF981}"/>
          </ac:spMkLst>
        </pc:spChg>
        <pc:graphicFrameChg chg="add del">
          <ac:chgData name="Tomisinec V. Xavier" userId="a1af5d95259b486a" providerId="Windows Live" clId="Web-{80993726-60CF-4727-9035-8214DF665C6A}" dt="2024-05-11T10:01:51.893" v="464"/>
          <ac:graphicFrameMkLst>
            <pc:docMk/>
            <pc:sldMk cId="1124106902" sldId="326"/>
            <ac:graphicFrameMk id="4" creationId="{509758EB-B7E7-D88C-FE82-95666933C955}"/>
          </ac:graphicFrameMkLst>
        </pc:graphicFrameChg>
        <pc:picChg chg="add mod">
          <ac:chgData name="Tomisinec V. Xavier" userId="a1af5d95259b486a" providerId="Windows Live" clId="Web-{80993726-60CF-4727-9035-8214DF665C6A}" dt="2024-05-11T10:11:25.380" v="594" actId="1076"/>
          <ac:picMkLst>
            <pc:docMk/>
            <pc:sldMk cId="1124106902" sldId="326"/>
            <ac:picMk id="2" creationId="{D351B5A5-6F73-3D36-3E45-8369A7FE17FD}"/>
          </ac:picMkLst>
        </pc:picChg>
        <pc:picChg chg="add del mod">
          <ac:chgData name="Tomisinec V. Xavier" userId="a1af5d95259b486a" providerId="Windows Live" clId="Web-{80993726-60CF-4727-9035-8214DF665C6A}" dt="2024-05-11T10:01:41.096" v="458"/>
          <ac:picMkLst>
            <pc:docMk/>
            <pc:sldMk cId="1124106902" sldId="326"/>
            <ac:picMk id="3" creationId="{8FF53BDB-0946-2EB5-88FB-BDB812168615}"/>
          </ac:picMkLst>
        </pc:picChg>
        <pc:picChg chg="add mod">
          <ac:chgData name="Tomisinec V. Xavier" userId="a1af5d95259b486a" providerId="Windows Live" clId="Web-{80993726-60CF-4727-9035-8214DF665C6A}" dt="2024-05-11T10:11:26.037" v="595" actId="1076"/>
          <ac:picMkLst>
            <pc:docMk/>
            <pc:sldMk cId="1124106902" sldId="326"/>
            <ac:picMk id="5" creationId="{3E9E351C-992E-1EF1-40A7-33693B907B5F}"/>
          </ac:picMkLst>
        </pc:picChg>
      </pc:sldChg>
      <pc:sldChg chg="addSp modSp del">
        <pc:chgData name="Tomisinec V. Xavier" userId="a1af5d95259b486a" providerId="Windows Live" clId="Web-{80993726-60CF-4727-9035-8214DF665C6A}" dt="2024-05-11T10:21:14.790" v="660"/>
        <pc:sldMkLst>
          <pc:docMk/>
          <pc:sldMk cId="351276759" sldId="333"/>
        </pc:sldMkLst>
        <pc:picChg chg="add mod">
          <ac:chgData name="Tomisinec V. Xavier" userId="a1af5d95259b486a" providerId="Windows Live" clId="Web-{80993726-60CF-4727-9035-8214DF665C6A}" dt="2024-05-11T10:17:46.440" v="619" actId="1076"/>
          <ac:picMkLst>
            <pc:docMk/>
            <pc:sldMk cId="351276759" sldId="333"/>
            <ac:picMk id="2" creationId="{F42B3BA8-2E87-E26F-96FF-FE0F449446D4}"/>
          </ac:picMkLst>
        </pc:picChg>
        <pc:picChg chg="add mod">
          <ac:chgData name="Tomisinec V. Xavier" userId="a1af5d95259b486a" providerId="Windows Live" clId="Web-{80993726-60CF-4727-9035-8214DF665C6A}" dt="2024-05-11T10:18:24.253" v="624" actId="1076"/>
          <ac:picMkLst>
            <pc:docMk/>
            <pc:sldMk cId="351276759" sldId="333"/>
            <ac:picMk id="3" creationId="{65A6BB95-1CB5-A4D6-77BE-B1A66B5FA843}"/>
          </ac:picMkLst>
        </pc:picChg>
      </pc:sldChg>
      <pc:sldChg chg="addSp modSp del">
        <pc:chgData name="Tomisinec V. Xavier" userId="a1af5d95259b486a" providerId="Windows Live" clId="Web-{80993726-60CF-4727-9035-8214DF665C6A}" dt="2024-05-11T10:22:43.090" v="674"/>
        <pc:sldMkLst>
          <pc:docMk/>
          <pc:sldMk cId="1031447936" sldId="334"/>
        </pc:sldMkLst>
        <pc:picChg chg="add mod">
          <ac:chgData name="Tomisinec V. Xavier" userId="a1af5d95259b486a" providerId="Windows Live" clId="Web-{80993726-60CF-4727-9035-8214DF665C6A}" dt="2024-05-11T10:18:45.926" v="626" actId="1076"/>
          <ac:picMkLst>
            <pc:docMk/>
            <pc:sldMk cId="1031447936" sldId="334"/>
            <ac:picMk id="2" creationId="{05B8015D-E751-8DAB-664A-D11B390E93F0}"/>
          </ac:picMkLst>
        </pc:picChg>
      </pc:sldChg>
      <pc:sldChg chg="modSp">
        <pc:chgData name="Tomisinec V. Xavier" userId="a1af5d95259b486a" providerId="Windows Live" clId="Web-{80993726-60CF-4727-9035-8214DF665C6A}" dt="2024-05-11T10:13:43.979" v="612" actId="14100"/>
        <pc:sldMkLst>
          <pc:docMk/>
          <pc:sldMk cId="542199497" sldId="338"/>
        </pc:sldMkLst>
        <pc:spChg chg="mod">
          <ac:chgData name="Tomisinec V. Xavier" userId="a1af5d95259b486a" providerId="Windows Live" clId="Web-{80993726-60CF-4727-9035-8214DF665C6A}" dt="2024-05-11T10:13:43.979" v="612" actId="14100"/>
          <ac:spMkLst>
            <pc:docMk/>
            <pc:sldMk cId="542199497" sldId="338"/>
            <ac:spMk id="1028" creationId="{00000000-0000-0000-0000-000000000000}"/>
          </ac:spMkLst>
        </pc:spChg>
      </pc:sldChg>
      <pc:sldChg chg="addSp delSp modSp add del replId">
        <pc:chgData name="Tomisinec V. Xavier" userId="a1af5d95259b486a" providerId="Windows Live" clId="Web-{80993726-60CF-4727-9035-8214DF665C6A}" dt="2024-05-11T10:19:20.568" v="633"/>
        <pc:sldMkLst>
          <pc:docMk/>
          <pc:sldMk cId="471044056" sldId="339"/>
        </pc:sldMkLst>
        <pc:picChg chg="del">
          <ac:chgData name="Tomisinec V. Xavier" userId="a1af5d95259b486a" providerId="Windows Live" clId="Web-{80993726-60CF-4727-9035-8214DF665C6A}" dt="2024-05-11T10:19:01.692" v="630"/>
          <ac:picMkLst>
            <pc:docMk/>
            <pc:sldMk cId="471044056" sldId="339"/>
            <ac:picMk id="2" creationId="{D351B5A5-6F73-3D36-3E45-8369A7FE17FD}"/>
          </ac:picMkLst>
        </pc:picChg>
        <pc:picChg chg="add mod">
          <ac:chgData name="Tomisinec V. Xavier" userId="a1af5d95259b486a" providerId="Windows Live" clId="Web-{80993726-60CF-4727-9035-8214DF665C6A}" dt="2024-05-11T10:19:04.427" v="631" actId="1076"/>
          <ac:picMkLst>
            <pc:docMk/>
            <pc:sldMk cId="471044056" sldId="339"/>
            <ac:picMk id="4" creationId="{B1C693E4-6A6A-6969-C78A-A9AAD915C45F}"/>
          </ac:picMkLst>
        </pc:picChg>
      </pc:sldChg>
      <pc:sldChg chg="addSp delSp modSp add replId">
        <pc:chgData name="Tomisinec V. Xavier" userId="a1af5d95259b486a" providerId="Windows Live" clId="Web-{80993726-60CF-4727-9035-8214DF665C6A}" dt="2024-05-11T10:34:39.786" v="784" actId="14100"/>
        <pc:sldMkLst>
          <pc:docMk/>
          <pc:sldMk cId="2820594302" sldId="340"/>
        </pc:sldMkLst>
        <pc:spChg chg="mod">
          <ac:chgData name="Tomisinec V. Xavier" userId="a1af5d95259b486a" providerId="Windows Live" clId="Web-{80993726-60CF-4727-9035-8214DF665C6A}" dt="2024-05-11T10:34:24.911" v="773" actId="20577"/>
          <ac:spMkLst>
            <pc:docMk/>
            <pc:sldMk cId="2820594302" sldId="340"/>
            <ac:spMk id="7" creationId="{52FE4A7F-3733-DF89-3DCC-4A92802CEEA4}"/>
          </ac:spMkLst>
        </pc:spChg>
        <pc:spChg chg="mod">
          <ac:chgData name="Tomisinec V. Xavier" userId="a1af5d95259b486a" providerId="Windows Live" clId="Web-{80993726-60CF-4727-9035-8214DF665C6A}" dt="2024-05-11T10:34:39.786" v="784" actId="14100"/>
          <ac:spMkLst>
            <pc:docMk/>
            <pc:sldMk cId="2820594302" sldId="340"/>
            <ac:spMk id="8" creationId="{3D93C24E-66DE-3E45-7850-D8C8191AF981}"/>
          </ac:spMkLst>
        </pc:spChg>
        <pc:spChg chg="mod">
          <ac:chgData name="Tomisinec V. Xavier" userId="a1af5d95259b486a" providerId="Windows Live" clId="Web-{80993726-60CF-4727-9035-8214DF665C6A}" dt="2024-05-11T10:21:01.337" v="657" actId="20577"/>
          <ac:spMkLst>
            <pc:docMk/>
            <pc:sldMk cId="2820594302" sldId="340"/>
            <ac:spMk id="12" creationId="{DA767B38-2538-665E-F2B9-A17356B70EEC}"/>
          </ac:spMkLst>
        </pc:spChg>
        <pc:picChg chg="del mod">
          <ac:chgData name="Tomisinec V. Xavier" userId="a1af5d95259b486a" providerId="Windows Live" clId="Web-{80993726-60CF-4727-9035-8214DF665C6A}" dt="2024-05-11T10:20:12.429" v="648"/>
          <ac:picMkLst>
            <pc:docMk/>
            <pc:sldMk cId="2820594302" sldId="340"/>
            <ac:picMk id="2" creationId="{D351B5A5-6F73-3D36-3E45-8369A7FE17FD}"/>
          </ac:picMkLst>
        </pc:picChg>
        <pc:picChg chg="add mod">
          <ac:chgData name="Tomisinec V. Xavier" userId="a1af5d95259b486a" providerId="Windows Live" clId="Web-{80993726-60CF-4727-9035-8214DF665C6A}" dt="2024-05-11T10:20:15.382" v="649" actId="1076"/>
          <ac:picMkLst>
            <pc:docMk/>
            <pc:sldMk cId="2820594302" sldId="340"/>
            <ac:picMk id="4" creationId="{8D5A8B91-652E-D40E-EEB2-E7593F44E9F4}"/>
          </ac:picMkLst>
        </pc:picChg>
        <pc:picChg chg="del">
          <ac:chgData name="Tomisinec V. Xavier" userId="a1af5d95259b486a" providerId="Windows Live" clId="Web-{80993726-60CF-4727-9035-8214DF665C6A}" dt="2024-05-11T10:20:47.883" v="655"/>
          <ac:picMkLst>
            <pc:docMk/>
            <pc:sldMk cId="2820594302" sldId="340"/>
            <ac:picMk id="5" creationId="{3E9E351C-992E-1EF1-40A7-33693B907B5F}"/>
          </ac:picMkLst>
        </pc:picChg>
        <pc:picChg chg="add mod">
          <ac:chgData name="Tomisinec V. Xavier" userId="a1af5d95259b486a" providerId="Windows Live" clId="Web-{80993726-60CF-4727-9035-8214DF665C6A}" dt="2024-05-11T10:20:51.633" v="656" actId="1076"/>
          <ac:picMkLst>
            <pc:docMk/>
            <pc:sldMk cId="2820594302" sldId="340"/>
            <ac:picMk id="9" creationId="{F1CA8A11-1A0B-92ED-8079-665B759DBF06}"/>
          </ac:picMkLst>
        </pc:picChg>
      </pc:sldChg>
      <pc:sldChg chg="addSp delSp modSp add ord replId">
        <pc:chgData name="Tomisinec V. Xavier" userId="a1af5d95259b486a" providerId="Windows Live" clId="Web-{80993726-60CF-4727-9035-8214DF665C6A}" dt="2024-05-11T10:25:45.486" v="737" actId="20577"/>
        <pc:sldMkLst>
          <pc:docMk/>
          <pc:sldMk cId="3645845072" sldId="341"/>
        </pc:sldMkLst>
        <pc:spChg chg="mod">
          <ac:chgData name="Tomisinec V. Xavier" userId="a1af5d95259b486a" providerId="Windows Live" clId="Web-{80993726-60CF-4727-9035-8214DF665C6A}" dt="2024-05-11T10:25:45.486" v="737" actId="20577"/>
          <ac:spMkLst>
            <pc:docMk/>
            <pc:sldMk cId="3645845072" sldId="341"/>
            <ac:spMk id="7" creationId="{52FE4A7F-3733-DF89-3DCC-4A92802CEEA4}"/>
          </ac:spMkLst>
        </pc:spChg>
        <pc:spChg chg="mod">
          <ac:chgData name="Tomisinec V. Xavier" userId="a1af5d95259b486a" providerId="Windows Live" clId="Web-{80993726-60CF-4727-9035-8214DF665C6A}" dt="2024-05-11T10:25:42.455" v="735" actId="20577"/>
          <ac:spMkLst>
            <pc:docMk/>
            <pc:sldMk cId="3645845072" sldId="341"/>
            <ac:spMk id="8" creationId="{3D93C24E-66DE-3E45-7850-D8C8191AF981}"/>
          </ac:spMkLst>
        </pc:spChg>
        <pc:spChg chg="mod">
          <ac:chgData name="Tomisinec V. Xavier" userId="a1af5d95259b486a" providerId="Windows Live" clId="Web-{80993726-60CF-4727-9035-8214DF665C6A}" dt="2024-05-11T10:22:38.418" v="673" actId="20577"/>
          <ac:spMkLst>
            <pc:docMk/>
            <pc:sldMk cId="3645845072" sldId="341"/>
            <ac:spMk id="12" creationId="{DA767B38-2538-665E-F2B9-A17356B70EEC}"/>
          </ac:spMkLst>
        </pc:spChg>
        <pc:picChg chg="del">
          <ac:chgData name="Tomisinec V. Xavier" userId="a1af5d95259b486a" providerId="Windows Live" clId="Web-{80993726-60CF-4727-9035-8214DF665C6A}" dt="2024-05-11T10:21:58.135" v="671"/>
          <ac:picMkLst>
            <pc:docMk/>
            <pc:sldMk cId="3645845072" sldId="341"/>
            <ac:picMk id="2" creationId="{D351B5A5-6F73-3D36-3E45-8369A7FE17FD}"/>
          </ac:picMkLst>
        </pc:picChg>
        <pc:picChg chg="add mod">
          <ac:chgData name="Tomisinec V. Xavier" userId="a1af5d95259b486a" providerId="Windows Live" clId="Web-{80993726-60CF-4727-9035-8214DF665C6A}" dt="2024-05-11T10:21:36.885" v="666" actId="1076"/>
          <ac:picMkLst>
            <pc:docMk/>
            <pc:sldMk cId="3645845072" sldId="341"/>
            <ac:picMk id="4" creationId="{CDC5F42F-3677-7EA6-CD9F-A63D05FF8C72}"/>
          </ac:picMkLst>
        </pc:picChg>
        <pc:picChg chg="del">
          <ac:chgData name="Tomisinec V. Xavier" userId="a1af5d95259b486a" providerId="Windows Live" clId="Web-{80993726-60CF-4727-9035-8214DF665C6A}" dt="2024-05-11T10:21:34.244" v="665"/>
          <ac:picMkLst>
            <pc:docMk/>
            <pc:sldMk cId="3645845072" sldId="341"/>
            <ac:picMk id="5" creationId="{3E9E351C-992E-1EF1-40A7-33693B907B5F}"/>
          </ac:picMkLst>
        </pc:picChg>
        <pc:picChg chg="add mod">
          <ac:chgData name="Tomisinec V. Xavier" userId="a1af5d95259b486a" providerId="Windows Live" clId="Web-{80993726-60CF-4727-9035-8214DF665C6A}" dt="2024-05-11T10:22:00.573" v="672" actId="1076"/>
          <ac:picMkLst>
            <pc:docMk/>
            <pc:sldMk cId="3645845072" sldId="341"/>
            <ac:picMk id="6" creationId="{F99C41E8-FDC9-61C2-CB4E-FE84EAA2F8ED}"/>
          </ac:picMkLst>
        </pc:picChg>
      </pc:sldChg>
    </pc:docChg>
  </pc:docChgLst>
  <pc:docChgLst>
    <pc:chgData name="Utilisateur invité" providerId="Windows Live" clId="Web-{9749773C-08AF-46B1-A7BA-E3E8769E63D6}"/>
    <pc:docChg chg="modSld">
      <pc:chgData name="Utilisateur invité" userId="" providerId="Windows Live" clId="Web-{9749773C-08AF-46B1-A7BA-E3E8769E63D6}" dt="2024-05-13T07:02:52.316" v="29"/>
      <pc:docMkLst>
        <pc:docMk/>
      </pc:docMkLst>
      <pc:sldChg chg="addSp delSp modSp">
        <pc:chgData name="Utilisateur invité" userId="" providerId="Windows Live" clId="Web-{9749773C-08AF-46B1-A7BA-E3E8769E63D6}" dt="2024-05-13T06:36:10.835" v="13"/>
        <pc:sldMkLst>
          <pc:docMk/>
          <pc:sldMk cId="2310674729" sldId="323"/>
        </pc:sldMkLst>
        <pc:spChg chg="add">
          <ac:chgData name="Utilisateur invité" userId="" providerId="Windows Live" clId="Web-{9749773C-08AF-46B1-A7BA-E3E8769E63D6}" dt="2024-05-13T06:31:10.638" v="0"/>
          <ac:spMkLst>
            <pc:docMk/>
            <pc:sldMk cId="2310674729" sldId="323"/>
            <ac:spMk id="3" creationId="{274A506A-E9CF-AE70-F82D-915B9F5EE5E6}"/>
          </ac:spMkLst>
        </pc:spChg>
        <pc:spChg chg="del">
          <ac:chgData name="Utilisateur invité" userId="" providerId="Windows Live" clId="Web-{9749773C-08AF-46B1-A7BA-E3E8769E63D6}" dt="2024-05-13T06:31:14.357" v="1"/>
          <ac:spMkLst>
            <pc:docMk/>
            <pc:sldMk cId="2310674729" sldId="323"/>
            <ac:spMk id="4" creationId="{17E2DBCE-91EB-D9A1-7082-A7345CF7B0EA}"/>
          </ac:spMkLst>
        </pc:spChg>
        <pc:spChg chg="mod">
          <ac:chgData name="Utilisateur invité" userId="" providerId="Windows Live" clId="Web-{9749773C-08AF-46B1-A7BA-E3E8769E63D6}" dt="2024-05-13T06:31:30.061" v="2" actId="20577"/>
          <ac:spMkLst>
            <pc:docMk/>
            <pc:sldMk cId="2310674729" sldId="323"/>
            <ac:spMk id="7" creationId="{54AB199C-A95C-1B6B-90BB-BFBD4897A08D}"/>
          </ac:spMkLst>
        </pc:spChg>
        <pc:spChg chg="del">
          <ac:chgData name="Utilisateur invité" userId="" providerId="Windows Live" clId="Web-{9749773C-08AF-46B1-A7BA-E3E8769E63D6}" dt="2024-05-13T06:36:10.835" v="13"/>
          <ac:spMkLst>
            <pc:docMk/>
            <pc:sldMk cId="2310674729" sldId="323"/>
            <ac:spMk id="802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12"/>
          <ac:spMkLst>
            <pc:docMk/>
            <pc:sldMk cId="2310674729" sldId="323"/>
            <ac:spMk id="803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11"/>
          <ac:spMkLst>
            <pc:docMk/>
            <pc:sldMk cId="2310674729" sldId="323"/>
            <ac:spMk id="804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10"/>
          <ac:spMkLst>
            <pc:docMk/>
            <pc:sldMk cId="2310674729" sldId="323"/>
            <ac:spMk id="805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9"/>
          <ac:spMkLst>
            <pc:docMk/>
            <pc:sldMk cId="2310674729" sldId="323"/>
            <ac:spMk id="806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8"/>
          <ac:spMkLst>
            <pc:docMk/>
            <pc:sldMk cId="2310674729" sldId="323"/>
            <ac:spMk id="807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7"/>
          <ac:spMkLst>
            <pc:docMk/>
            <pc:sldMk cId="2310674729" sldId="323"/>
            <ac:spMk id="808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6"/>
          <ac:spMkLst>
            <pc:docMk/>
            <pc:sldMk cId="2310674729" sldId="323"/>
            <ac:spMk id="809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5"/>
          <ac:spMkLst>
            <pc:docMk/>
            <pc:sldMk cId="2310674729" sldId="323"/>
            <ac:spMk id="810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4"/>
          <ac:spMkLst>
            <pc:docMk/>
            <pc:sldMk cId="2310674729" sldId="323"/>
            <ac:spMk id="811" creationId="{00000000-0000-0000-0000-000000000000}"/>
          </ac:spMkLst>
        </pc:spChg>
        <pc:spChg chg="del">
          <ac:chgData name="Utilisateur invité" userId="" providerId="Windows Live" clId="Web-{9749773C-08AF-46B1-A7BA-E3E8769E63D6}" dt="2024-05-13T06:36:10.835" v="3"/>
          <ac:spMkLst>
            <pc:docMk/>
            <pc:sldMk cId="2310674729" sldId="323"/>
            <ac:spMk id="814" creationId="{00000000-0000-0000-0000-000000000000}"/>
          </ac:spMkLst>
        </pc:spChg>
      </pc:sldChg>
      <pc:sldChg chg="modSp">
        <pc:chgData name="Utilisateur invité" userId="" providerId="Windows Live" clId="Web-{9749773C-08AF-46B1-A7BA-E3E8769E63D6}" dt="2024-05-13T07:02:52.316" v="29"/>
        <pc:sldMkLst>
          <pc:docMk/>
          <pc:sldMk cId="2310465232" sldId="347"/>
        </pc:sldMkLst>
        <pc:spChg chg="mod">
          <ac:chgData name="Utilisateur invité" userId="" providerId="Windows Live" clId="Web-{9749773C-08AF-46B1-A7BA-E3E8769E63D6}" dt="2024-05-13T07:02:52.316" v="29"/>
          <ac:spMkLst>
            <pc:docMk/>
            <pc:sldMk cId="2310465232" sldId="347"/>
            <ac:spMk id="3" creationId="{9D86C9F6-75C2-B64A-0494-95C6BD183EFF}"/>
          </ac:spMkLst>
        </pc:spChg>
        <pc:spChg chg="mod">
          <ac:chgData name="Utilisateur invité" userId="" providerId="Windows Live" clId="Web-{9749773C-08AF-46B1-A7BA-E3E8769E63D6}" dt="2024-05-13T07:02:52.316" v="28"/>
          <ac:spMkLst>
            <pc:docMk/>
            <pc:sldMk cId="2310465232" sldId="347"/>
            <ac:spMk id="5" creationId="{11643F85-0AF9-AA4C-4186-EEF5B05E9556}"/>
          </ac:spMkLst>
        </pc:spChg>
        <pc:spChg chg="mod">
          <ac:chgData name="Utilisateur invité" userId="" providerId="Windows Live" clId="Web-{9749773C-08AF-46B1-A7BA-E3E8769E63D6}" dt="2024-05-13T07:02:52.316" v="27"/>
          <ac:spMkLst>
            <pc:docMk/>
            <pc:sldMk cId="2310465232" sldId="347"/>
            <ac:spMk id="7" creationId="{61FEECBA-A04D-E19E-188A-E72C22B67100}"/>
          </ac:spMkLst>
        </pc:spChg>
      </pc:sldChg>
    </pc:docChg>
  </pc:docChgLst>
  <pc:docChgLst>
    <pc:chgData name="Robin Cohen" userId="eaf761cd647f0f65" providerId="LiveId" clId="{200C8B54-FD46-4CAC-A76C-35AD723500DD}"/>
    <pc:docChg chg="undo redo custSel addSld delSld modSld sldOrd">
      <pc:chgData name="Robin Cohen" userId="eaf761cd647f0f65" providerId="LiveId" clId="{200C8B54-FD46-4CAC-A76C-35AD723500DD}" dt="2024-05-13T07:02:23.386" v="2286" actId="20577"/>
      <pc:docMkLst>
        <pc:docMk/>
      </pc:docMkLst>
      <pc:sldChg chg="modSp">
        <pc:chgData name="Robin Cohen" userId="eaf761cd647f0f65" providerId="LiveId" clId="{200C8B54-FD46-4CAC-A76C-35AD723500DD}" dt="2024-05-11T16:22:42.206" v="1451" actId="1036"/>
        <pc:sldMkLst>
          <pc:docMk/>
          <pc:sldMk cId="0" sldId="256"/>
        </pc:sldMkLst>
        <pc:picChg chg="mod">
          <ac:chgData name="Robin Cohen" userId="eaf761cd647f0f65" providerId="LiveId" clId="{200C8B54-FD46-4CAC-A76C-35AD723500DD}" dt="2024-05-11T16:22:42.206" v="1451" actId="1036"/>
          <ac:picMkLst>
            <pc:docMk/>
            <pc:sldMk cId="0" sldId="256"/>
            <ac:picMk id="1026" creationId="{2453EBB5-75EA-EFF1-5037-5F72C5F1FD4D}"/>
          </ac:picMkLst>
        </pc:picChg>
      </pc:sldChg>
      <pc:sldChg chg="delSp modSp mod modNotesTx">
        <pc:chgData name="Robin Cohen" userId="eaf761cd647f0f65" providerId="LiveId" clId="{200C8B54-FD46-4CAC-A76C-35AD723500DD}" dt="2024-05-12T08:01:33.538" v="1860" actId="20577"/>
        <pc:sldMkLst>
          <pc:docMk/>
          <pc:sldMk cId="0" sldId="258"/>
        </pc:sldMkLst>
        <pc:spChg chg="mod">
          <ac:chgData name="Robin Cohen" userId="eaf761cd647f0f65" providerId="LiveId" clId="{200C8B54-FD46-4CAC-A76C-35AD723500DD}" dt="2024-05-11T08:32:04.143" v="77" actId="1076"/>
          <ac:spMkLst>
            <pc:docMk/>
            <pc:sldMk cId="0" sldId="258"/>
            <ac:spMk id="419" creationId="{00000000-0000-0000-0000-000000000000}"/>
          </ac:spMkLst>
        </pc:spChg>
        <pc:spChg chg="del mod">
          <ac:chgData name="Robin Cohen" userId="eaf761cd647f0f65" providerId="LiveId" clId="{200C8B54-FD46-4CAC-A76C-35AD723500DD}" dt="2024-05-11T08:31:54.518" v="75" actId="478"/>
          <ac:spMkLst>
            <pc:docMk/>
            <pc:sldMk cId="0" sldId="258"/>
            <ac:spMk id="420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25:41.607" v="32" actId="21"/>
          <ac:spMkLst>
            <pc:docMk/>
            <pc:sldMk cId="0" sldId="258"/>
            <ac:spMk id="422" creationId="{00000000-0000-0000-0000-000000000000}"/>
          </ac:spMkLst>
        </pc:spChg>
      </pc:sldChg>
      <pc:sldChg chg="delSp modSp mod ord modNotesTx">
        <pc:chgData name="Robin Cohen" userId="eaf761cd647f0f65" providerId="LiveId" clId="{200C8B54-FD46-4CAC-A76C-35AD723500DD}" dt="2024-05-12T08:01:41.071" v="1861" actId="20577"/>
        <pc:sldMkLst>
          <pc:docMk/>
          <pc:sldMk cId="0" sldId="262"/>
        </pc:sldMkLst>
        <pc:spChg chg="del">
          <ac:chgData name="Robin Cohen" userId="eaf761cd647f0f65" providerId="LiveId" clId="{200C8B54-FD46-4CAC-A76C-35AD723500DD}" dt="2024-05-11T08:49:30.318" v="337" actId="478"/>
          <ac:spMkLst>
            <pc:docMk/>
            <pc:sldMk cId="0" sldId="262"/>
            <ac:spMk id="3" creationId="{EFE5411B-1C36-99E4-B19C-5B5F6EBB4CFB}"/>
          </ac:spMkLst>
        </pc:spChg>
        <pc:spChg chg="del">
          <ac:chgData name="Robin Cohen" userId="eaf761cd647f0f65" providerId="LiveId" clId="{200C8B54-FD46-4CAC-A76C-35AD723500DD}" dt="2024-05-11T08:42:53.740" v="325" actId="478"/>
          <ac:spMkLst>
            <pc:docMk/>
            <pc:sldMk cId="0" sldId="262"/>
            <ac:spMk id="5" creationId="{768CDFD9-EDB1-93A1-F367-3F445F934B60}"/>
          </ac:spMkLst>
        </pc:spChg>
        <pc:spChg chg="mod">
          <ac:chgData name="Robin Cohen" userId="eaf761cd647f0f65" providerId="LiveId" clId="{200C8B54-FD46-4CAC-A76C-35AD723500DD}" dt="2024-05-11T08:47:32.140" v="334" actId="20577"/>
          <ac:spMkLst>
            <pc:docMk/>
            <pc:sldMk cId="0" sldId="262"/>
            <ac:spMk id="474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42:48.706" v="324" actId="20577"/>
          <ac:spMkLst>
            <pc:docMk/>
            <pc:sldMk cId="0" sldId="262"/>
            <ac:spMk id="475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7:25.238" v="244" actId="122"/>
          <ac:spMkLst>
            <pc:docMk/>
            <pc:sldMk cId="0" sldId="262"/>
            <ac:spMk id="477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8:31.182" v="310" actId="20577"/>
          <ac:spMkLst>
            <pc:docMk/>
            <pc:sldMk cId="0" sldId="262"/>
            <ac:spMk id="478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7:24.003" v="243" actId="122"/>
          <ac:spMkLst>
            <pc:docMk/>
            <pc:sldMk cId="0" sldId="262"/>
            <ac:spMk id="479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8:33.048" v="311" actId="20577"/>
          <ac:spMkLst>
            <pc:docMk/>
            <pc:sldMk cId="0" sldId="262"/>
            <ac:spMk id="480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7:44.212" v="288" actId="20577"/>
          <ac:spMkLst>
            <pc:docMk/>
            <pc:sldMk cId="0" sldId="262"/>
            <ac:spMk id="481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5:17.135" v="203" actId="1076"/>
          <ac:spMkLst>
            <pc:docMk/>
            <pc:sldMk cId="0" sldId="262"/>
            <ac:spMk id="503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5:17.135" v="203" actId="1076"/>
          <ac:spMkLst>
            <pc:docMk/>
            <pc:sldMk cId="0" sldId="262"/>
            <ac:spMk id="504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35:17.135" v="203" actId="1076"/>
          <ac:spMkLst>
            <pc:docMk/>
            <pc:sldMk cId="0" sldId="262"/>
            <ac:spMk id="505" creationId="{00000000-0000-0000-0000-000000000000}"/>
          </ac:spMkLst>
        </pc:spChg>
        <pc:grpChg chg="mod">
          <ac:chgData name="Robin Cohen" userId="eaf761cd647f0f65" providerId="LiveId" clId="{200C8B54-FD46-4CAC-A76C-35AD723500DD}" dt="2024-05-11T08:35:17.135" v="203" actId="1076"/>
          <ac:grpSpMkLst>
            <pc:docMk/>
            <pc:sldMk cId="0" sldId="262"/>
            <ac:grpSpMk id="482" creationId="{00000000-0000-0000-0000-000000000000}"/>
          </ac:grpSpMkLst>
        </pc:grpChg>
        <pc:grpChg chg="mod">
          <ac:chgData name="Robin Cohen" userId="eaf761cd647f0f65" providerId="LiveId" clId="{200C8B54-FD46-4CAC-A76C-35AD723500DD}" dt="2024-05-11T08:35:17.135" v="203" actId="1076"/>
          <ac:grpSpMkLst>
            <pc:docMk/>
            <pc:sldMk cId="0" sldId="262"/>
            <ac:grpSpMk id="491" creationId="{00000000-0000-0000-0000-000000000000}"/>
          </ac:grpSpMkLst>
        </pc:grpChg>
        <pc:grpChg chg="mod">
          <ac:chgData name="Robin Cohen" userId="eaf761cd647f0f65" providerId="LiveId" clId="{200C8B54-FD46-4CAC-A76C-35AD723500DD}" dt="2024-05-11T08:35:17.135" v="203" actId="1076"/>
          <ac:grpSpMkLst>
            <pc:docMk/>
            <pc:sldMk cId="0" sldId="262"/>
            <ac:grpSpMk id="497" creationId="{00000000-0000-0000-0000-000000000000}"/>
          </ac:grpSpMkLst>
        </pc:grpChg>
      </pc:sldChg>
      <pc:sldChg chg="ord">
        <pc:chgData name="Robin Cohen" userId="eaf761cd647f0f65" providerId="LiveId" clId="{200C8B54-FD46-4CAC-A76C-35AD723500DD}" dt="2024-05-11T12:04:25.499" v="1443"/>
        <pc:sldMkLst>
          <pc:docMk/>
          <pc:sldMk cId="0" sldId="264"/>
        </pc:sldMkLst>
      </pc:sldChg>
      <pc:sldChg chg="new del">
        <pc:chgData name="Robin Cohen" userId="eaf761cd647f0f65" providerId="LiveId" clId="{200C8B54-FD46-4CAC-A76C-35AD723500DD}" dt="2024-05-11T08:22:24.804" v="1" actId="680"/>
        <pc:sldMkLst>
          <pc:docMk/>
          <pc:sldMk cId="640241889" sldId="313"/>
        </pc:sldMkLst>
      </pc:sldChg>
      <pc:sldChg chg="add del modNotesTx">
        <pc:chgData name="Robin Cohen" userId="eaf761cd647f0f65" providerId="LiveId" clId="{200C8B54-FD46-4CAC-A76C-35AD723500DD}" dt="2024-05-12T08:03:27.788" v="1868" actId="20577"/>
        <pc:sldMkLst>
          <pc:docMk/>
          <pc:sldMk cId="1697766600" sldId="313"/>
        </pc:sldMkLst>
      </pc:sldChg>
      <pc:sldChg chg="modSp add mod">
        <pc:chgData name="Robin Cohen" userId="eaf761cd647f0f65" providerId="LiveId" clId="{200C8B54-FD46-4CAC-A76C-35AD723500DD}" dt="2024-05-11T08:49:11.419" v="336" actId="20577"/>
        <pc:sldMkLst>
          <pc:docMk/>
          <pc:sldMk cId="3850708416" sldId="314"/>
        </pc:sldMkLst>
        <pc:spChg chg="mod">
          <ac:chgData name="Robin Cohen" userId="eaf761cd647f0f65" providerId="LiveId" clId="{200C8B54-FD46-4CAC-A76C-35AD723500DD}" dt="2024-05-11T08:49:11.419" v="336" actId="20577"/>
          <ac:spMkLst>
            <pc:docMk/>
            <pc:sldMk cId="3850708416" sldId="314"/>
            <ac:spMk id="474" creationId="{00000000-0000-0000-0000-000000000000}"/>
          </ac:spMkLst>
        </pc:spChg>
      </pc:sldChg>
      <pc:sldChg chg="modSp add del mod ord">
        <pc:chgData name="Robin Cohen" userId="eaf761cd647f0f65" providerId="LiveId" clId="{200C8B54-FD46-4CAC-A76C-35AD723500DD}" dt="2024-05-11T08:55:56.747" v="403" actId="47"/>
        <pc:sldMkLst>
          <pc:docMk/>
          <pc:sldMk cId="1701778482" sldId="315"/>
        </pc:sldMkLst>
        <pc:spChg chg="mod">
          <ac:chgData name="Robin Cohen" userId="eaf761cd647f0f65" providerId="LiveId" clId="{200C8B54-FD46-4CAC-A76C-35AD723500DD}" dt="2024-05-11T08:55:40.388" v="402" actId="33524"/>
          <ac:spMkLst>
            <pc:docMk/>
            <pc:sldMk cId="1701778482" sldId="315"/>
            <ac:spMk id="525" creationId="{00000000-0000-0000-0000-000000000000}"/>
          </ac:spMkLst>
        </pc:spChg>
      </pc:sldChg>
      <pc:sldChg chg="addSp delSp modSp add mod modAnim modNotesTx">
        <pc:chgData name="Robin Cohen" userId="eaf761cd647f0f65" providerId="LiveId" clId="{200C8B54-FD46-4CAC-A76C-35AD723500DD}" dt="2024-05-12T08:02:45.274" v="1865" actId="20577"/>
        <pc:sldMkLst>
          <pc:docMk/>
          <pc:sldMk cId="3929669988" sldId="315"/>
        </pc:sldMkLst>
        <pc:spChg chg="add 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" creationId="{25A42DDA-FCFC-FAE1-B64D-9A0718DA512A}"/>
          </ac:spMkLst>
        </pc:spChg>
        <pc:spChg chg="mod">
          <ac:chgData name="Robin Cohen" userId="eaf761cd647f0f65" providerId="LiveId" clId="{200C8B54-FD46-4CAC-A76C-35AD723500DD}" dt="2024-05-11T09:20:29.723" v="703" actId="20577"/>
          <ac:spMkLst>
            <pc:docMk/>
            <pc:sldMk cId="3929669988" sldId="315"/>
            <ac:spMk id="3" creationId="{0A1E23FA-5CFE-8772-02CB-7E9254917F01}"/>
          </ac:spMkLst>
        </pc:spChg>
        <pc:spChg chg="add mod">
          <ac:chgData name="Robin Cohen" userId="eaf761cd647f0f65" providerId="LiveId" clId="{200C8B54-FD46-4CAC-A76C-35AD723500DD}" dt="2024-05-11T08:58:44.196" v="469"/>
          <ac:spMkLst>
            <pc:docMk/>
            <pc:sldMk cId="3929669988" sldId="315"/>
            <ac:spMk id="3" creationId="{9C8076DD-8510-07DC-D308-415D8BA588D9}"/>
          </ac:spMkLst>
        </pc:spChg>
        <pc:spChg chg="add 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4" creationId="{C3467EB7-90A6-968D-2E09-DE2626C74F78}"/>
          </ac:spMkLst>
        </pc:spChg>
        <pc:spChg chg="add 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5" creationId="{9B518B29-BAE6-13A4-21D5-AAC23B394E25}"/>
          </ac:spMkLst>
        </pc:spChg>
        <pc:spChg chg="add mod">
          <ac:chgData name="Robin Cohen" userId="eaf761cd647f0f65" providerId="LiveId" clId="{200C8B54-FD46-4CAC-A76C-35AD723500DD}" dt="2024-05-11T08:58:44.196" v="469"/>
          <ac:spMkLst>
            <pc:docMk/>
            <pc:sldMk cId="3929669988" sldId="315"/>
            <ac:spMk id="6" creationId="{16F1D8C1-07EC-C1D1-804D-51B8D117A42C}"/>
          </ac:spMkLst>
        </pc:spChg>
        <pc:spChg chg="del">
          <ac:chgData name="Robin Cohen" userId="eaf761cd647f0f65" providerId="LiveId" clId="{200C8B54-FD46-4CAC-A76C-35AD723500DD}" dt="2024-05-11T08:56:14.630" v="406" actId="478"/>
          <ac:spMkLst>
            <pc:docMk/>
            <pc:sldMk cId="3929669988" sldId="315"/>
            <ac:spMk id="8" creationId="{98992166-5DAB-42AD-2C5C-05191691AB49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0" creationId="{C7FBB685-38C3-88D8-86DA-B055DB63CEE7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1" creationId="{C33DB6D5-CD80-3DB0-F06E-455C6D517A5E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2" creationId="{C2F50C78-71B2-A977-12D9-D9306EC25834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3" creationId="{6A1DF270-87C8-9BE0-9624-BEFFDC0F3D9D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4" creationId="{CAD5E49C-AEF4-0469-B5E0-7CA94311665C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5" creationId="{A518CE5A-013B-F6DE-9067-D1EEF5BB97BF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6" creationId="{A48B106A-B5C7-8067-A48B-330A54F873CD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7" creationId="{CD69B522-FB71-67B7-B5F9-81F1F0B12D0B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19" creationId="{200294F9-DB32-D54A-109A-4EBDF1E8DB80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0" creationId="{A1915B16-7508-1851-8771-B3028BC0C23C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1" creationId="{FB042D64-D21E-99D7-E744-AEB4F7B1294F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2" creationId="{3AC34064-2B15-2E78-7E52-31A7F7AEB99F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3" creationId="{E039AB3B-DD26-FFAD-A3AF-72DF78E69778}"/>
          </ac:spMkLst>
        </pc:spChg>
        <pc:spChg chg="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4" creationId="{D3FF0E03-AEC4-DF79-CFD1-EF284B0A1744}"/>
          </ac:spMkLst>
        </pc:spChg>
        <pc:spChg chg="add mod">
          <ac:chgData name="Robin Cohen" userId="eaf761cd647f0f65" providerId="LiveId" clId="{200C8B54-FD46-4CAC-A76C-35AD723500DD}" dt="2024-05-11T08:58:42.782" v="468"/>
          <ac:spMkLst>
            <pc:docMk/>
            <pc:sldMk cId="3929669988" sldId="315"/>
            <ac:spMk id="25" creationId="{AEAE1D6A-F7A6-059D-733C-BBA9B326F876}"/>
          </ac:spMkLst>
        </pc:spChg>
        <pc:spChg chg="add del mod">
          <ac:chgData name="Robin Cohen" userId="eaf761cd647f0f65" providerId="LiveId" clId="{200C8B54-FD46-4CAC-A76C-35AD723500DD}" dt="2024-05-11T08:59:39.198" v="490" actId="478"/>
          <ac:spMkLst>
            <pc:docMk/>
            <pc:sldMk cId="3929669988" sldId="315"/>
            <ac:spMk id="27" creationId="{FB6B9CAD-E45A-8316-F7ED-78935EC3F710}"/>
          </ac:spMkLst>
        </pc:spChg>
        <pc:spChg chg="add del mod">
          <ac:chgData name="Robin Cohen" userId="eaf761cd647f0f65" providerId="LiveId" clId="{200C8B54-FD46-4CAC-A76C-35AD723500DD}" dt="2024-05-11T09:08:09.232" v="606"/>
          <ac:spMkLst>
            <pc:docMk/>
            <pc:sldMk cId="3929669988" sldId="315"/>
            <ac:spMk id="30" creationId="{65B53555-1261-E11A-1CE6-C306EA08D22B}"/>
          </ac:spMkLst>
        </pc:spChg>
        <pc:spChg chg="add mod">
          <ac:chgData name="Robin Cohen" userId="eaf761cd647f0f65" providerId="LiveId" clId="{200C8B54-FD46-4CAC-A76C-35AD723500DD}" dt="2024-05-11T09:05:02.963" v="587" actId="1076"/>
          <ac:spMkLst>
            <pc:docMk/>
            <pc:sldMk cId="3929669988" sldId="315"/>
            <ac:spMk id="31" creationId="{FC6343F4-0058-E684-E2DA-EC1C0F3217A4}"/>
          </ac:spMkLst>
        </pc:spChg>
        <pc:spChg chg="add mod">
          <ac:chgData name="Robin Cohen" userId="eaf761cd647f0f65" providerId="LiveId" clId="{200C8B54-FD46-4CAC-A76C-35AD723500DD}" dt="2024-05-11T09:14:25.109" v="667"/>
          <ac:spMkLst>
            <pc:docMk/>
            <pc:sldMk cId="3929669988" sldId="315"/>
            <ac:spMk id="39" creationId="{2C5D7F67-A25F-8A1A-AA7A-4EB1F191DB84}"/>
          </ac:spMkLst>
        </pc:spChg>
        <pc:spChg chg="add mod">
          <ac:chgData name="Robin Cohen" userId="eaf761cd647f0f65" providerId="LiveId" clId="{200C8B54-FD46-4CAC-A76C-35AD723500DD}" dt="2024-05-11T09:16:10.653" v="682" actId="1076"/>
          <ac:spMkLst>
            <pc:docMk/>
            <pc:sldMk cId="3929669988" sldId="315"/>
            <ac:spMk id="40" creationId="{8F9C03A6-D387-8188-5048-E82DFF52CD89}"/>
          </ac:spMkLst>
        </pc:spChg>
        <pc:spChg chg="add mod">
          <ac:chgData name="Robin Cohen" userId="eaf761cd647f0f65" providerId="LiveId" clId="{200C8B54-FD46-4CAC-A76C-35AD723500DD}" dt="2024-05-11T09:16:29.600" v="690" actId="20577"/>
          <ac:spMkLst>
            <pc:docMk/>
            <pc:sldMk cId="3929669988" sldId="315"/>
            <ac:spMk id="41" creationId="{AD9515D7-781D-3905-717E-0834E38295D3}"/>
          </ac:spMkLst>
        </pc:spChg>
        <pc:spChg chg="mod">
          <ac:chgData name="Robin Cohen" userId="eaf761cd647f0f65" providerId="LiveId" clId="{200C8B54-FD46-4CAC-A76C-35AD723500DD}" dt="2024-05-11T08:56:26.988" v="436" actId="20577"/>
          <ac:spMkLst>
            <pc:docMk/>
            <pc:sldMk cId="3929669988" sldId="315"/>
            <ac:spMk id="474" creationId="{00000000-0000-0000-0000-000000000000}"/>
          </ac:spMkLst>
        </pc:spChg>
        <pc:spChg chg="mod">
          <ac:chgData name="Robin Cohen" userId="eaf761cd647f0f65" providerId="LiveId" clId="{200C8B54-FD46-4CAC-A76C-35AD723500DD}" dt="2024-05-11T09:02:24.115" v="528" actId="1076"/>
          <ac:spMkLst>
            <pc:docMk/>
            <pc:sldMk cId="3929669988" sldId="315"/>
            <ac:spMk id="477" creationId="{00000000-0000-0000-0000-000000000000}"/>
          </ac:spMkLst>
        </pc:spChg>
        <pc:spChg chg="del mod">
          <ac:chgData name="Robin Cohen" userId="eaf761cd647f0f65" providerId="LiveId" clId="{200C8B54-FD46-4CAC-A76C-35AD723500DD}" dt="2024-05-11T09:02:17.083" v="527" actId="478"/>
          <ac:spMkLst>
            <pc:docMk/>
            <pc:sldMk cId="3929669988" sldId="315"/>
            <ac:spMk id="479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59:36.135" v="489" actId="478"/>
          <ac:spMkLst>
            <pc:docMk/>
            <pc:sldMk cId="3929669988" sldId="315"/>
            <ac:spMk id="481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56:14.630" v="406" actId="478"/>
          <ac:spMkLst>
            <pc:docMk/>
            <pc:sldMk cId="3929669988" sldId="315"/>
            <ac:spMk id="503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56:14.630" v="406" actId="478"/>
          <ac:spMkLst>
            <pc:docMk/>
            <pc:sldMk cId="3929669988" sldId="315"/>
            <ac:spMk id="504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56:14.630" v="406" actId="478"/>
          <ac:spMkLst>
            <pc:docMk/>
            <pc:sldMk cId="3929669988" sldId="315"/>
            <ac:spMk id="505" creationId="{00000000-0000-0000-0000-000000000000}"/>
          </ac:spMkLst>
        </pc:spChg>
        <pc:grpChg chg="add mod">
          <ac:chgData name="Robin Cohen" userId="eaf761cd647f0f65" providerId="LiveId" clId="{200C8B54-FD46-4CAC-A76C-35AD723500DD}" dt="2024-05-11T08:58:42.782" v="468"/>
          <ac:grpSpMkLst>
            <pc:docMk/>
            <pc:sldMk cId="3929669988" sldId="315"/>
            <ac:grpSpMk id="9" creationId="{4F0C9DED-EFF6-BC40-C382-6A881D864BD8}"/>
          </ac:grpSpMkLst>
        </pc:grpChg>
        <pc:grpChg chg="add mod">
          <ac:chgData name="Robin Cohen" userId="eaf761cd647f0f65" providerId="LiveId" clId="{200C8B54-FD46-4CAC-A76C-35AD723500DD}" dt="2024-05-11T08:58:42.782" v="468"/>
          <ac:grpSpMkLst>
            <pc:docMk/>
            <pc:sldMk cId="3929669988" sldId="315"/>
            <ac:grpSpMk id="18" creationId="{E7B55693-04EA-F36E-AE03-44D70C5EDD5E}"/>
          </ac:grpSpMkLst>
        </pc:grpChg>
        <pc:picChg chg="del">
          <ac:chgData name="Robin Cohen" userId="eaf761cd647f0f65" providerId="LiveId" clId="{200C8B54-FD46-4CAC-A76C-35AD723500DD}" dt="2024-05-11T08:56:10.140" v="405" actId="478"/>
          <ac:picMkLst>
            <pc:docMk/>
            <pc:sldMk cId="3929669988" sldId="315"/>
            <ac:picMk id="7" creationId="{D2F530C7-B203-825D-9916-0A4EC4510D91}"/>
          </ac:picMkLst>
        </pc:picChg>
        <pc:picChg chg="add mod modCrop">
          <ac:chgData name="Robin Cohen" userId="eaf761cd647f0f65" providerId="LiveId" clId="{200C8B54-FD46-4CAC-A76C-35AD723500DD}" dt="2024-05-11T09:09:43.742" v="619" actId="14100"/>
          <ac:picMkLst>
            <pc:docMk/>
            <pc:sldMk cId="3929669988" sldId="315"/>
            <ac:picMk id="28" creationId="{038106B3-FA99-489F-072B-AEE943C1107F}"/>
          </ac:picMkLst>
        </pc:picChg>
        <pc:picChg chg="add mod modCrop">
          <ac:chgData name="Robin Cohen" userId="eaf761cd647f0f65" providerId="LiveId" clId="{200C8B54-FD46-4CAC-A76C-35AD723500DD}" dt="2024-05-11T09:09:44.096" v="620" actId="14100"/>
          <ac:picMkLst>
            <pc:docMk/>
            <pc:sldMk cId="3929669988" sldId="315"/>
            <ac:picMk id="29" creationId="{FA3BE4C7-275E-045F-B9FD-A46320CE9D19}"/>
          </ac:picMkLst>
        </pc:picChg>
        <pc:picChg chg="del">
          <ac:chgData name="Robin Cohen" userId="eaf761cd647f0f65" providerId="LiveId" clId="{200C8B54-FD46-4CAC-A76C-35AD723500DD}" dt="2024-05-11T08:56:14.630" v="406" actId="478"/>
          <ac:picMkLst>
            <pc:docMk/>
            <pc:sldMk cId="3929669988" sldId="315"/>
            <ac:picMk id="2052" creationId="{05114B22-EBDC-6A13-6FE2-A0DBEC0E4191}"/>
          </ac:picMkLst>
        </pc:picChg>
        <pc:cxnChg chg="mod">
          <ac:chgData name="Robin Cohen" userId="eaf761cd647f0f65" providerId="LiveId" clId="{200C8B54-FD46-4CAC-A76C-35AD723500DD}" dt="2024-05-11T09:09:58.400" v="623" actId="1076"/>
          <ac:cxnSpMkLst>
            <pc:docMk/>
            <pc:sldMk cId="3929669988" sldId="315"/>
            <ac:cxnSpMk id="2" creationId="{A157B4E8-2A6B-38BD-92EB-968DE9BF3DB4}"/>
          </ac:cxnSpMkLst>
        </pc:cxnChg>
        <pc:cxnChg chg="mod">
          <ac:chgData name="Robin Cohen" userId="eaf761cd647f0f65" providerId="LiveId" clId="{200C8B54-FD46-4CAC-A76C-35AD723500DD}" dt="2024-05-11T09:09:51.307" v="622" actId="14100"/>
          <ac:cxnSpMkLst>
            <pc:docMk/>
            <pc:sldMk cId="3929669988" sldId="315"/>
            <ac:cxnSpMk id="5" creationId="{AA08A55C-5DF8-9CD0-D49D-5E7C9A665DA5}"/>
          </ac:cxnSpMkLst>
        </pc:cxnChg>
        <pc:cxnChg chg="mod">
          <ac:chgData name="Robin Cohen" userId="eaf761cd647f0f65" providerId="LiveId" clId="{200C8B54-FD46-4CAC-A76C-35AD723500DD}" dt="2024-05-11T09:12:08.371" v="631" actId="208"/>
          <ac:cxnSpMkLst>
            <pc:docMk/>
            <pc:sldMk cId="3929669988" sldId="315"/>
            <ac:cxnSpMk id="6" creationId="{3FCAFA91-75D9-03E1-6C22-D5DFA2DF4B67}"/>
          </ac:cxnSpMkLst>
        </pc:cxnChg>
        <pc:cxnChg chg="add del mod">
          <ac:chgData name="Robin Cohen" userId="eaf761cd647f0f65" providerId="LiveId" clId="{200C8B54-FD46-4CAC-A76C-35AD723500DD}" dt="2024-05-11T09:11:42.631" v="628" actId="11529"/>
          <ac:cxnSpMkLst>
            <pc:docMk/>
            <pc:sldMk cId="3929669988" sldId="315"/>
            <ac:cxnSpMk id="36" creationId="{BFCDA8B3-F214-7FC1-C6E2-63D05BABBA8E}"/>
          </ac:cxnSpMkLst>
        </pc:cxnChg>
        <pc:cxnChg chg="add mod">
          <ac:chgData name="Robin Cohen" userId="eaf761cd647f0f65" providerId="LiveId" clId="{200C8B54-FD46-4CAC-A76C-35AD723500DD}" dt="2024-05-11T09:14:14.622" v="666" actId="208"/>
          <ac:cxnSpMkLst>
            <pc:docMk/>
            <pc:sldMk cId="3929669988" sldId="315"/>
            <ac:cxnSpMk id="38" creationId="{00373611-5B4F-2706-FC15-0B0D5E24C83C}"/>
          </ac:cxnSpMkLst>
        </pc:cxnChg>
      </pc:sldChg>
      <pc:sldChg chg="modNotesTx">
        <pc:chgData name="Robin Cohen" userId="eaf761cd647f0f65" providerId="LiveId" clId="{200C8B54-FD46-4CAC-A76C-35AD723500DD}" dt="2024-05-12T08:03:00.736" v="1867" actId="20577"/>
        <pc:sldMkLst>
          <pc:docMk/>
          <pc:sldMk cId="3234713782" sldId="316"/>
        </pc:sldMkLst>
      </pc:sldChg>
      <pc:sldChg chg="modSp mod">
        <pc:chgData name="Robin Cohen" userId="eaf761cd647f0f65" providerId="LiveId" clId="{200C8B54-FD46-4CAC-A76C-35AD723500DD}" dt="2024-05-11T08:59:23.862" v="488" actId="1076"/>
        <pc:sldMkLst>
          <pc:docMk/>
          <pc:sldMk cId="1167455618" sldId="317"/>
        </pc:sldMkLst>
        <pc:spChg chg="mod">
          <ac:chgData name="Robin Cohen" userId="eaf761cd647f0f65" providerId="LiveId" clId="{200C8B54-FD46-4CAC-A76C-35AD723500DD}" dt="2024-05-11T08:59:11.886" v="487" actId="1076"/>
          <ac:spMkLst>
            <pc:docMk/>
            <pc:sldMk cId="1167455618" sldId="317"/>
            <ac:spMk id="477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59:23.862" v="488" actId="1076"/>
          <ac:spMkLst>
            <pc:docMk/>
            <pc:sldMk cId="1167455618" sldId="317"/>
            <ac:spMk id="479" creationId="{00000000-0000-0000-0000-000000000000}"/>
          </ac:spMkLst>
        </pc:spChg>
      </pc:sldChg>
      <pc:sldChg chg="modSp add mod">
        <pc:chgData name="Robin Cohen" userId="eaf761cd647f0f65" providerId="LiveId" clId="{200C8B54-FD46-4CAC-A76C-35AD723500DD}" dt="2024-05-11T08:58:54.263" v="477" actId="20577"/>
        <pc:sldMkLst>
          <pc:docMk/>
          <pc:sldMk cId="2791962935" sldId="317"/>
        </pc:sldMkLst>
        <pc:spChg chg="mod">
          <ac:chgData name="Robin Cohen" userId="eaf761cd647f0f65" providerId="LiveId" clId="{200C8B54-FD46-4CAC-A76C-35AD723500DD}" dt="2024-05-11T08:58:54.263" v="477" actId="20577"/>
          <ac:spMkLst>
            <pc:docMk/>
            <pc:sldMk cId="2791962935" sldId="317"/>
            <ac:spMk id="477" creationId="{00000000-0000-0000-0000-000000000000}"/>
          </ac:spMkLst>
        </pc:spChg>
      </pc:sldChg>
      <pc:sldChg chg="addSp delSp modSp mod">
        <pc:chgData name="Robin Cohen" userId="eaf761cd647f0f65" providerId="LiveId" clId="{200C8B54-FD46-4CAC-A76C-35AD723500DD}" dt="2024-05-11T09:22:47.344" v="733" actId="20577"/>
        <pc:sldMkLst>
          <pc:docMk/>
          <pc:sldMk cId="2791962935" sldId="318"/>
        </pc:sldMkLst>
        <pc:spChg chg="add mod">
          <ac:chgData name="Robin Cohen" userId="eaf761cd647f0f65" providerId="LiveId" clId="{200C8B54-FD46-4CAC-A76C-35AD723500DD}" dt="2024-05-11T08:59:00.539" v="486" actId="478"/>
          <ac:spMkLst>
            <pc:docMk/>
            <pc:sldMk cId="2791962935" sldId="318"/>
            <ac:spMk id="3" creationId="{F5622D2D-897F-D08D-4D6C-18138352DBAD}"/>
          </ac:spMkLst>
        </pc:spChg>
        <pc:spChg chg="add mod">
          <ac:chgData name="Robin Cohen" userId="eaf761cd647f0f65" providerId="LiveId" clId="{200C8B54-FD46-4CAC-A76C-35AD723500DD}" dt="2024-05-11T08:59:00.539" v="486" actId="478"/>
          <ac:spMkLst>
            <pc:docMk/>
            <pc:sldMk cId="2791962935" sldId="318"/>
            <ac:spMk id="5" creationId="{C67A7869-AE9B-74A9-1F47-33A475828D22}"/>
          </ac:spMkLst>
        </pc:spChg>
        <pc:spChg chg="mod">
          <ac:chgData name="Robin Cohen" userId="eaf761cd647f0f65" providerId="LiveId" clId="{200C8B54-FD46-4CAC-A76C-35AD723500DD}" dt="2024-05-11T09:22:47.344" v="733" actId="20577"/>
          <ac:spMkLst>
            <pc:docMk/>
            <pc:sldMk cId="2791962935" sldId="318"/>
            <ac:spMk id="474" creationId="{00000000-0000-0000-0000-000000000000}"/>
          </ac:spMkLst>
        </pc:spChg>
        <pc:spChg chg="mod">
          <ac:chgData name="Robin Cohen" userId="eaf761cd647f0f65" providerId="LiveId" clId="{200C8B54-FD46-4CAC-A76C-35AD723500DD}" dt="2024-05-11T08:58:56.874" v="485" actId="20577"/>
          <ac:spMkLst>
            <pc:docMk/>
            <pc:sldMk cId="2791962935" sldId="318"/>
            <ac:spMk id="477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59:00.539" v="486" actId="478"/>
          <ac:spMkLst>
            <pc:docMk/>
            <pc:sldMk cId="2791962935" sldId="318"/>
            <ac:spMk id="479" creationId="{00000000-0000-0000-0000-000000000000}"/>
          </ac:spMkLst>
        </pc:spChg>
        <pc:spChg chg="del">
          <ac:chgData name="Robin Cohen" userId="eaf761cd647f0f65" providerId="LiveId" clId="{200C8B54-FD46-4CAC-A76C-35AD723500DD}" dt="2024-05-11T08:59:00.539" v="486" actId="478"/>
          <ac:spMkLst>
            <pc:docMk/>
            <pc:sldMk cId="2791962935" sldId="318"/>
            <ac:spMk id="481" creationId="{00000000-0000-0000-0000-000000000000}"/>
          </ac:spMkLst>
        </pc:spChg>
      </pc:sldChg>
      <pc:sldChg chg="modNotesTx">
        <pc:chgData name="Robin Cohen" userId="eaf761cd647f0f65" providerId="LiveId" clId="{200C8B54-FD46-4CAC-A76C-35AD723500DD}" dt="2024-05-13T06:28:54.890" v="2026" actId="20577"/>
        <pc:sldMkLst>
          <pc:docMk/>
          <pc:sldMk cId="1690231619" sldId="319"/>
        </pc:sldMkLst>
      </pc:sldChg>
      <pc:sldChg chg="modNotesTx">
        <pc:chgData name="Robin Cohen" userId="eaf761cd647f0f65" providerId="LiveId" clId="{200C8B54-FD46-4CAC-A76C-35AD723500DD}" dt="2024-05-13T07:02:23.386" v="2286" actId="20577"/>
        <pc:sldMkLst>
          <pc:docMk/>
          <pc:sldMk cId="3534979190" sldId="320"/>
        </pc:sldMkLst>
      </pc:sldChg>
      <pc:sldChg chg="addSp delSp modSp mod modNotesTx">
        <pc:chgData name="Robin Cohen" userId="eaf761cd647f0f65" providerId="LiveId" clId="{200C8B54-FD46-4CAC-A76C-35AD723500DD}" dt="2024-05-11T09:53:43.538" v="1056"/>
        <pc:sldMkLst>
          <pc:docMk/>
          <pc:sldMk cId="1495090519" sldId="321"/>
        </pc:sldMkLst>
        <pc:spChg chg="add mod">
          <ac:chgData name="Robin Cohen" userId="eaf761cd647f0f65" providerId="LiveId" clId="{200C8B54-FD46-4CAC-A76C-35AD723500DD}" dt="2024-05-11T09:49:03.787" v="980" actId="1076"/>
          <ac:spMkLst>
            <pc:docMk/>
            <pc:sldMk cId="1495090519" sldId="321"/>
            <ac:spMk id="7" creationId="{9D9DF8D4-2843-78D7-15EA-B488CDED6858}"/>
          </ac:spMkLst>
        </pc:spChg>
        <pc:spChg chg="add mod">
          <ac:chgData name="Robin Cohen" userId="eaf761cd647f0f65" providerId="LiveId" clId="{200C8B54-FD46-4CAC-A76C-35AD723500DD}" dt="2024-05-11T09:49:02.999" v="978" actId="1076"/>
          <ac:spMkLst>
            <pc:docMk/>
            <pc:sldMk cId="1495090519" sldId="321"/>
            <ac:spMk id="8" creationId="{89F26D30-8D12-3842-5370-C89360874E00}"/>
          </ac:spMkLst>
        </pc:spChg>
        <pc:spChg chg="add mod">
          <ac:chgData name="Robin Cohen" userId="eaf761cd647f0f65" providerId="LiveId" clId="{200C8B54-FD46-4CAC-A76C-35AD723500DD}" dt="2024-05-11T09:51:18.038" v="1045" actId="1076"/>
          <ac:spMkLst>
            <pc:docMk/>
            <pc:sldMk cId="1495090519" sldId="321"/>
            <ac:spMk id="10" creationId="{83A372EA-4A9C-48E3-4747-396F58F18265}"/>
          </ac:spMkLst>
        </pc:spChg>
        <pc:spChg chg="add mod">
          <ac:chgData name="Robin Cohen" userId="eaf761cd647f0f65" providerId="LiveId" clId="{200C8B54-FD46-4CAC-A76C-35AD723500DD}" dt="2024-05-11T09:50:53.238" v="1028" actId="1076"/>
          <ac:spMkLst>
            <pc:docMk/>
            <pc:sldMk cId="1495090519" sldId="321"/>
            <ac:spMk id="11" creationId="{EAA50B77-E27A-7223-D858-2EFF4F6A5646}"/>
          </ac:spMkLst>
        </pc:spChg>
        <pc:graphicFrameChg chg="add mod">
          <ac:chgData name="Robin Cohen" userId="eaf761cd647f0f65" providerId="LiveId" clId="{200C8B54-FD46-4CAC-A76C-35AD723500DD}" dt="2024-05-11T09:38:09.904" v="734"/>
          <ac:graphicFrameMkLst>
            <pc:docMk/>
            <pc:sldMk cId="1495090519" sldId="321"/>
            <ac:graphicFrameMk id="2" creationId="{212CA9CE-9802-7204-E12E-59471C0E7F8D}"/>
          </ac:graphicFrameMkLst>
        </pc:graphicFrameChg>
        <pc:picChg chg="add mod">
          <ac:chgData name="Robin Cohen" userId="eaf761cd647f0f65" providerId="LiveId" clId="{200C8B54-FD46-4CAC-A76C-35AD723500DD}" dt="2024-05-11T09:51:39.565" v="1048" actId="1076"/>
          <ac:picMkLst>
            <pc:docMk/>
            <pc:sldMk cId="1495090519" sldId="321"/>
            <ac:picMk id="3" creationId="{A44B12E2-0E1A-F86E-6C31-F4A97449FCF2}"/>
          </ac:picMkLst>
        </pc:picChg>
        <pc:picChg chg="add mod">
          <ac:chgData name="Robin Cohen" userId="eaf761cd647f0f65" providerId="LiveId" clId="{200C8B54-FD46-4CAC-A76C-35AD723500DD}" dt="2024-05-11T09:51:30.403" v="1047" actId="1076"/>
          <ac:picMkLst>
            <pc:docMk/>
            <pc:sldMk cId="1495090519" sldId="321"/>
            <ac:picMk id="4" creationId="{A40A2B24-A359-9DA0-BF0F-C0229BB29AE5}"/>
          </ac:picMkLst>
        </pc:picChg>
        <pc:picChg chg="add mod">
          <ac:chgData name="Robin Cohen" userId="eaf761cd647f0f65" providerId="LiveId" clId="{200C8B54-FD46-4CAC-A76C-35AD723500DD}" dt="2024-05-11T09:38:11.566" v="735"/>
          <ac:picMkLst>
            <pc:docMk/>
            <pc:sldMk cId="1495090519" sldId="321"/>
            <ac:picMk id="1025" creationId="{73D217E7-0D11-819C-C54B-B07DE6355DDF}"/>
          </ac:picMkLst>
        </pc:picChg>
        <pc:picChg chg="add mod">
          <ac:chgData name="Robin Cohen" userId="eaf761cd647f0f65" providerId="LiveId" clId="{200C8B54-FD46-4CAC-A76C-35AD723500DD}" dt="2024-05-11T09:38:11.566" v="735"/>
          <ac:picMkLst>
            <pc:docMk/>
            <pc:sldMk cId="1495090519" sldId="321"/>
            <ac:picMk id="1026" creationId="{5B2357B8-1069-BB46-E1DE-E8628064E67E}"/>
          </ac:picMkLst>
        </pc:picChg>
        <pc:cxnChg chg="add del mod">
          <ac:chgData name="Robin Cohen" userId="eaf761cd647f0f65" providerId="LiveId" clId="{200C8B54-FD46-4CAC-A76C-35AD723500DD}" dt="2024-05-11T09:40:04.208" v="756" actId="11529"/>
          <ac:cxnSpMkLst>
            <pc:docMk/>
            <pc:sldMk cId="1495090519" sldId="321"/>
            <ac:cxnSpMk id="6" creationId="{DADE9547-1B91-EAA4-ECE6-F7601288A833}"/>
          </ac:cxnSpMkLst>
        </pc:cxnChg>
      </pc:sldChg>
      <pc:sldChg chg="add del">
        <pc:chgData name="Robin Cohen" userId="eaf761cd647f0f65" providerId="LiveId" clId="{200C8B54-FD46-4CAC-A76C-35AD723500DD}" dt="2024-05-11T09:21:02.544" v="705"/>
        <pc:sldMkLst>
          <pc:docMk/>
          <pc:sldMk cId="3817505597" sldId="321"/>
        </pc:sldMkLst>
      </pc:sldChg>
      <pc:sldChg chg="modNotesTx">
        <pc:chgData name="Robin Cohen" userId="eaf761cd647f0f65" providerId="LiveId" clId="{200C8B54-FD46-4CAC-A76C-35AD723500DD}" dt="2024-05-12T08:02:56.213" v="1866" actId="20577"/>
        <pc:sldMkLst>
          <pc:docMk/>
          <pc:sldMk cId="2310674729" sldId="323"/>
        </pc:sldMkLst>
      </pc:sldChg>
      <pc:sldChg chg="modSp mod modNotesTx">
        <pc:chgData name="Robin Cohen" userId="eaf761cd647f0f65" providerId="LiveId" clId="{200C8B54-FD46-4CAC-A76C-35AD723500DD}" dt="2024-05-11T17:14:38.868" v="1460" actId="20577"/>
        <pc:sldMkLst>
          <pc:docMk/>
          <pc:sldMk cId="1124106902" sldId="326"/>
        </pc:sldMkLst>
        <pc:spChg chg="mod">
          <ac:chgData name="Robin Cohen" userId="eaf761cd647f0f65" providerId="LiveId" clId="{200C8B54-FD46-4CAC-A76C-35AD723500DD}" dt="2024-05-11T16:23:11.541" v="1455" actId="1035"/>
          <ac:spMkLst>
            <pc:docMk/>
            <pc:sldMk cId="1124106902" sldId="326"/>
            <ac:spMk id="8" creationId="{3D93C24E-66DE-3E45-7850-D8C8191AF981}"/>
          </ac:spMkLst>
        </pc:spChg>
      </pc:sldChg>
      <pc:sldChg chg="addSp modSp mod modNotesTx">
        <pc:chgData name="Robin Cohen" userId="eaf761cd647f0f65" providerId="LiveId" clId="{200C8B54-FD46-4CAC-A76C-35AD723500DD}" dt="2024-05-11T09:54:47.139" v="1057"/>
        <pc:sldMkLst>
          <pc:docMk/>
          <pc:sldMk cId="4267061374" sldId="327"/>
        </pc:sldMkLst>
        <pc:spChg chg="add mod">
          <ac:chgData name="Robin Cohen" userId="eaf761cd647f0f65" providerId="LiveId" clId="{200C8B54-FD46-4CAC-A76C-35AD723500DD}" dt="2024-05-11T09:49:07.832" v="989" actId="767"/>
          <ac:spMkLst>
            <pc:docMk/>
            <pc:sldMk cId="4267061374" sldId="327"/>
            <ac:spMk id="4" creationId="{846CB0E0-2662-4DAA-B3B6-204E76D8CD16}"/>
          </ac:spMkLst>
        </pc:spChg>
        <pc:spChg chg="add mod">
          <ac:chgData name="Robin Cohen" userId="eaf761cd647f0f65" providerId="LiveId" clId="{200C8B54-FD46-4CAC-A76C-35AD723500DD}" dt="2024-05-11T09:52:33.771" v="1053" actId="1076"/>
          <ac:spMkLst>
            <pc:docMk/>
            <pc:sldMk cId="4267061374" sldId="327"/>
            <ac:spMk id="5" creationId="{21F56839-7971-8334-7DCA-FFB23CCC3513}"/>
          </ac:spMkLst>
        </pc:spChg>
        <pc:spChg chg="add mod">
          <ac:chgData name="Robin Cohen" userId="eaf761cd647f0f65" providerId="LiveId" clId="{200C8B54-FD46-4CAC-A76C-35AD723500DD}" dt="2024-05-11T09:52:29.730" v="1052" actId="1076"/>
          <ac:spMkLst>
            <pc:docMk/>
            <pc:sldMk cId="4267061374" sldId="327"/>
            <ac:spMk id="6" creationId="{248D22E2-E9C5-2090-4943-AF28479D0F2C}"/>
          </ac:spMkLst>
        </pc:spChg>
        <pc:picChg chg="add mod">
          <ac:chgData name="Robin Cohen" userId="eaf761cd647f0f65" providerId="LiveId" clId="{200C8B54-FD46-4CAC-A76C-35AD723500DD}" dt="2024-05-11T09:46:06.534" v="937" actId="14100"/>
          <ac:picMkLst>
            <pc:docMk/>
            <pc:sldMk cId="4267061374" sldId="327"/>
            <ac:picMk id="2" creationId="{ADE0CF11-20AE-13A5-E834-4ABE474D83C3}"/>
          </ac:picMkLst>
        </pc:picChg>
        <pc:picChg chg="add mod">
          <ac:chgData name="Robin Cohen" userId="eaf761cd647f0f65" providerId="LiveId" clId="{200C8B54-FD46-4CAC-A76C-35AD723500DD}" dt="2024-05-11T09:52:23.387" v="1051" actId="1076"/>
          <ac:picMkLst>
            <pc:docMk/>
            <pc:sldMk cId="4267061374" sldId="327"/>
            <ac:picMk id="3" creationId="{1D95C867-7562-B808-DE19-BC74963A7727}"/>
          </ac:picMkLst>
        </pc:picChg>
      </pc:sldChg>
      <pc:sldChg chg="addSp delSp modSp mod modNotesTx">
        <pc:chgData name="Robin Cohen" userId="eaf761cd647f0f65" providerId="LiveId" clId="{200C8B54-FD46-4CAC-A76C-35AD723500DD}" dt="2024-05-11T09:57:52.994" v="1061" actId="20577"/>
        <pc:sldMkLst>
          <pc:docMk/>
          <pc:sldMk cId="4135714965" sldId="328"/>
        </pc:sldMkLst>
        <pc:spChg chg="add mod">
          <ac:chgData name="Robin Cohen" userId="eaf761cd647f0f65" providerId="LiveId" clId="{200C8B54-FD46-4CAC-A76C-35AD723500DD}" dt="2024-05-11T09:45:41.863" v="936" actId="5793"/>
          <ac:spMkLst>
            <pc:docMk/>
            <pc:sldMk cId="4135714965" sldId="328"/>
            <ac:spMk id="3" creationId="{10523655-169C-359C-562C-7C43C8AA5B19}"/>
          </ac:spMkLst>
        </pc:spChg>
        <pc:picChg chg="add del mod">
          <ac:chgData name="Robin Cohen" userId="eaf761cd647f0f65" providerId="LiveId" clId="{200C8B54-FD46-4CAC-A76C-35AD723500DD}" dt="2024-05-11T09:40:58.788" v="767" actId="478"/>
          <ac:picMkLst>
            <pc:docMk/>
            <pc:sldMk cId="4135714965" sldId="328"/>
            <ac:picMk id="2" creationId="{7E84A515-CCCD-759D-75F6-0FC9B7C9FF4F}"/>
          </ac:picMkLst>
        </pc:picChg>
      </pc:sldChg>
      <pc:sldChg chg="modNotesTx">
        <pc:chgData name="Robin Cohen" userId="eaf761cd647f0f65" providerId="LiveId" clId="{200C8B54-FD46-4CAC-A76C-35AD723500DD}" dt="2024-05-12T08:01:46.318" v="1862" actId="20577"/>
        <pc:sldMkLst>
          <pc:docMk/>
          <pc:sldMk cId="542199497" sldId="338"/>
        </pc:sldMkLst>
      </pc:sldChg>
      <pc:sldChg chg="new del">
        <pc:chgData name="Robin Cohen" userId="eaf761cd647f0f65" providerId="LiveId" clId="{200C8B54-FD46-4CAC-A76C-35AD723500DD}" dt="2024-05-11T11:42:47.422" v="1063" actId="680"/>
        <pc:sldMkLst>
          <pc:docMk/>
          <pc:sldMk cId="1427767168" sldId="342"/>
        </pc:sldMkLst>
      </pc:sldChg>
      <pc:sldChg chg="addSp modSp new mod modNotesTx">
        <pc:chgData name="Robin Cohen" userId="eaf761cd647f0f65" providerId="LiveId" clId="{200C8B54-FD46-4CAC-A76C-35AD723500DD}" dt="2024-05-12T08:05:28.537" v="1877" actId="120"/>
        <pc:sldMkLst>
          <pc:docMk/>
          <pc:sldMk cId="1519804021" sldId="342"/>
        </pc:sldMkLst>
        <pc:spChg chg="mod">
          <ac:chgData name="Robin Cohen" userId="eaf761cd647f0f65" providerId="LiveId" clId="{200C8B54-FD46-4CAC-A76C-35AD723500DD}" dt="2024-05-12T08:05:28.537" v="1877" actId="120"/>
          <ac:spMkLst>
            <pc:docMk/>
            <pc:sldMk cId="1519804021" sldId="342"/>
            <ac:spMk id="3" creationId="{9D86C9F6-75C2-B64A-0494-95C6BD183EFF}"/>
          </ac:spMkLst>
        </pc:spChg>
        <pc:spChg chg="mod">
          <ac:chgData name="Robin Cohen" userId="eaf761cd647f0f65" providerId="LiveId" clId="{200C8B54-FD46-4CAC-A76C-35AD723500DD}" dt="2024-05-11T11:45:15.326" v="1138" actId="1076"/>
          <ac:spMkLst>
            <pc:docMk/>
            <pc:sldMk cId="1519804021" sldId="342"/>
            <ac:spMk id="4" creationId="{527DF775-274F-9621-CECB-AEA33B0D7A68}"/>
          </ac:spMkLst>
        </pc:spChg>
        <pc:spChg chg="mod">
          <ac:chgData name="Robin Cohen" userId="eaf761cd647f0f65" providerId="LiveId" clId="{200C8B54-FD46-4CAC-A76C-35AD723500DD}" dt="2024-05-11T11:57:49.671" v="1398" actId="20577"/>
          <ac:spMkLst>
            <pc:docMk/>
            <pc:sldMk cId="1519804021" sldId="342"/>
            <ac:spMk id="5" creationId="{11643F85-0AF9-AA4C-4186-EEF5B05E9556}"/>
          </ac:spMkLst>
        </pc:spChg>
        <pc:spChg chg="mod">
          <ac:chgData name="Robin Cohen" userId="eaf761cd647f0f65" providerId="LiveId" clId="{200C8B54-FD46-4CAC-A76C-35AD723500DD}" dt="2024-05-11T11:45:15.326" v="1138" actId="1076"/>
          <ac:spMkLst>
            <pc:docMk/>
            <pc:sldMk cId="1519804021" sldId="342"/>
            <ac:spMk id="6" creationId="{21E55C10-DA16-9FF9-2F85-1770F0F12A87}"/>
          </ac:spMkLst>
        </pc:spChg>
        <pc:spChg chg="mod">
          <ac:chgData name="Robin Cohen" userId="eaf761cd647f0f65" providerId="LiveId" clId="{200C8B54-FD46-4CAC-A76C-35AD723500DD}" dt="2024-05-11T11:55:59.457" v="1355" actId="20577"/>
          <ac:spMkLst>
            <pc:docMk/>
            <pc:sldMk cId="1519804021" sldId="342"/>
            <ac:spMk id="7" creationId="{61FEECBA-A04D-E19E-188A-E72C22B67100}"/>
          </ac:spMkLst>
        </pc:spChg>
        <pc:spChg chg="mod">
          <ac:chgData name="Robin Cohen" userId="eaf761cd647f0f65" providerId="LiveId" clId="{200C8B54-FD46-4CAC-A76C-35AD723500DD}" dt="2024-05-11T11:45:15.326" v="1138" actId="1076"/>
          <ac:spMkLst>
            <pc:docMk/>
            <pc:sldMk cId="1519804021" sldId="342"/>
            <ac:spMk id="8" creationId="{5DF76572-523A-F2FB-326B-1E38FB24FE2E}"/>
          </ac:spMkLst>
        </pc:spChg>
        <pc:spChg chg="mod">
          <ac:chgData name="Robin Cohen" userId="eaf761cd647f0f65" providerId="LiveId" clId="{200C8B54-FD46-4CAC-A76C-35AD723500DD}" dt="2024-05-11T11:44:18.028" v="1112" actId="313"/>
          <ac:spMkLst>
            <pc:docMk/>
            <pc:sldMk cId="1519804021" sldId="342"/>
            <ac:spMk id="9" creationId="{742EBA28-A21B-8E0F-A173-1AB186B406F2}"/>
          </ac:spMkLst>
        </pc:spChg>
        <pc:spChg chg="add mod">
          <ac:chgData name="Robin Cohen" userId="eaf761cd647f0f65" providerId="LiveId" clId="{200C8B54-FD46-4CAC-A76C-35AD723500DD}" dt="2024-05-11T11:44:48.206" v="1126" actId="20577"/>
          <ac:spMkLst>
            <pc:docMk/>
            <pc:sldMk cId="1519804021" sldId="342"/>
            <ac:spMk id="10" creationId="{D1A81F2E-A903-BAC0-9B66-A76D4EA6C7EF}"/>
          </ac:spMkLst>
        </pc:spChg>
      </pc:sldChg>
      <pc:sldChg chg="modSp add mod">
        <pc:chgData name="Robin Cohen" userId="eaf761cd647f0f65" providerId="LiveId" clId="{200C8B54-FD46-4CAC-A76C-35AD723500DD}" dt="2024-05-11T11:45:27.338" v="1144" actId="20577"/>
        <pc:sldMkLst>
          <pc:docMk/>
          <pc:sldMk cId="2573279948" sldId="343"/>
        </pc:sldMkLst>
        <pc:spChg chg="mod">
          <ac:chgData name="Robin Cohen" userId="eaf761cd647f0f65" providerId="LiveId" clId="{200C8B54-FD46-4CAC-A76C-35AD723500DD}" dt="2024-05-11T11:45:27.338" v="1144" actId="20577"/>
          <ac:spMkLst>
            <pc:docMk/>
            <pc:sldMk cId="2573279948" sldId="343"/>
            <ac:spMk id="10" creationId="{D1A81F2E-A903-BAC0-9B66-A76D4EA6C7EF}"/>
          </ac:spMkLst>
        </pc:spChg>
      </pc:sldChg>
      <pc:sldChg chg="modSp add mod">
        <pc:chgData name="Robin Cohen" userId="eaf761cd647f0f65" providerId="LiveId" clId="{200C8B54-FD46-4CAC-A76C-35AD723500DD}" dt="2024-05-11T11:45:33.426" v="1147" actId="20577"/>
        <pc:sldMkLst>
          <pc:docMk/>
          <pc:sldMk cId="1788013998" sldId="344"/>
        </pc:sldMkLst>
        <pc:spChg chg="mod">
          <ac:chgData name="Robin Cohen" userId="eaf761cd647f0f65" providerId="LiveId" clId="{200C8B54-FD46-4CAC-A76C-35AD723500DD}" dt="2024-05-11T11:45:33.426" v="1147" actId="20577"/>
          <ac:spMkLst>
            <pc:docMk/>
            <pc:sldMk cId="1788013998" sldId="344"/>
            <ac:spMk id="10" creationId="{D1A81F2E-A903-BAC0-9B66-A76D4EA6C7EF}"/>
          </ac:spMkLst>
        </pc:spChg>
      </pc:sldChg>
      <pc:sldChg chg="modSp add mod ord">
        <pc:chgData name="Robin Cohen" userId="eaf761cd647f0f65" providerId="LiveId" clId="{200C8B54-FD46-4CAC-A76C-35AD723500DD}" dt="2024-05-11T12:20:30.653" v="1446"/>
        <pc:sldMkLst>
          <pc:docMk/>
          <pc:sldMk cId="749408722" sldId="345"/>
        </pc:sldMkLst>
        <pc:spChg chg="mod">
          <ac:chgData name="Robin Cohen" userId="eaf761cd647f0f65" providerId="LiveId" clId="{200C8B54-FD46-4CAC-A76C-35AD723500DD}" dt="2024-05-11T11:45:45.587" v="1163" actId="313"/>
          <ac:spMkLst>
            <pc:docMk/>
            <pc:sldMk cId="749408722" sldId="345"/>
            <ac:spMk id="10" creationId="{D1A81F2E-A903-BAC0-9B66-A76D4EA6C7EF}"/>
          </ac:spMkLst>
        </pc:spChg>
      </pc:sldChg>
      <pc:sldChg chg="modSp new mod modNotesTx">
        <pc:chgData name="Robin Cohen" userId="eaf761cd647f0f65" providerId="LiveId" clId="{200C8B54-FD46-4CAC-A76C-35AD723500DD}" dt="2024-05-12T08:04:04.703" v="1875" actId="20577"/>
        <pc:sldMkLst>
          <pc:docMk/>
          <pc:sldMk cId="942400203" sldId="346"/>
        </pc:sldMkLst>
        <pc:spChg chg="mod">
          <ac:chgData name="Robin Cohen" userId="eaf761cd647f0f65" providerId="LiveId" clId="{200C8B54-FD46-4CAC-A76C-35AD723500DD}" dt="2024-05-11T11:46:50.453" v="1174" actId="20577"/>
          <ac:spMkLst>
            <pc:docMk/>
            <pc:sldMk cId="942400203" sldId="346"/>
            <ac:spMk id="2" creationId="{CAFC49C3-8B5C-1B1F-59F9-483786E6EED1}"/>
          </ac:spMkLst>
        </pc:spChg>
      </pc:sldChg>
    </pc:docChg>
  </pc:docChgLst>
  <pc:docChgLst>
    <pc:chgData name="Tomisinec V. Xavier" userId="a1af5d95259b486a" providerId="Windows Live" clId="Web-{DAA8C43A-918A-4240-9CB8-DC77F044EB32}"/>
    <pc:docChg chg="addSld delSld modSld">
      <pc:chgData name="Tomisinec V. Xavier" userId="a1af5d95259b486a" providerId="Windows Live" clId="Web-{DAA8C43A-918A-4240-9CB8-DC77F044EB32}" dt="2024-05-12T15:33:51.107" v="159" actId="1076"/>
      <pc:docMkLst>
        <pc:docMk/>
      </pc:docMkLst>
      <pc:sldChg chg="addSp delSp modSp">
        <pc:chgData name="Tomisinec V. Xavier" userId="a1af5d95259b486a" providerId="Windows Live" clId="Web-{DAA8C43A-918A-4240-9CB8-DC77F044EB32}" dt="2024-05-12T15:33:06.666" v="153" actId="1076"/>
        <pc:sldMkLst>
          <pc:docMk/>
          <pc:sldMk cId="1124106902" sldId="326"/>
        </pc:sldMkLst>
        <pc:spChg chg="add">
          <ac:chgData name="Tomisinec V. Xavier" userId="a1af5d95259b486a" providerId="Windows Live" clId="Web-{DAA8C43A-918A-4240-9CB8-DC77F044EB32}" dt="2024-05-12T15:29:51.979" v="109"/>
          <ac:spMkLst>
            <pc:docMk/>
            <pc:sldMk cId="1124106902" sldId="326"/>
            <ac:spMk id="4" creationId="{412A9B65-73D1-C933-2FBA-886455D27294}"/>
          </ac:spMkLst>
        </pc:spChg>
        <pc:spChg chg="del">
          <ac:chgData name="Tomisinec V. Xavier" userId="a1af5d95259b486a" providerId="Windows Live" clId="Web-{DAA8C43A-918A-4240-9CB8-DC77F044EB32}" dt="2024-05-12T15:29:33.040" v="106"/>
          <ac:spMkLst>
            <pc:docMk/>
            <pc:sldMk cId="1124106902" sldId="326"/>
            <ac:spMk id="7" creationId="{52FE4A7F-3733-DF89-3DCC-4A92802CEEA4}"/>
          </ac:spMkLst>
        </pc:spChg>
        <pc:spChg chg="del">
          <ac:chgData name="Tomisinec V. Xavier" userId="a1af5d95259b486a" providerId="Windows Live" clId="Web-{DAA8C43A-918A-4240-9CB8-DC77F044EB32}" dt="2024-05-12T15:29:33.040" v="105"/>
          <ac:spMkLst>
            <pc:docMk/>
            <pc:sldMk cId="1124106902" sldId="326"/>
            <ac:spMk id="8" creationId="{3D93C24E-66DE-3E45-7850-D8C8191AF981}"/>
          </ac:spMkLst>
        </pc:spChg>
        <pc:spChg chg="add">
          <ac:chgData name="Tomisinec V. Xavier" userId="a1af5d95259b486a" providerId="Windows Live" clId="Web-{DAA8C43A-918A-4240-9CB8-DC77F044EB32}" dt="2024-05-12T15:29:51.979" v="110"/>
          <ac:spMkLst>
            <pc:docMk/>
            <pc:sldMk cId="1124106902" sldId="326"/>
            <ac:spMk id="9" creationId="{13F2AD20-22D5-AF4A-6B95-C766A5DDC2F7}"/>
          </ac:spMkLst>
        </pc:spChg>
        <pc:picChg chg="mod">
          <ac:chgData name="Tomisinec V. Xavier" userId="a1af5d95259b486a" providerId="Windows Live" clId="Web-{DAA8C43A-918A-4240-9CB8-DC77F044EB32}" dt="2024-05-12T15:33:06.666" v="153" actId="1076"/>
          <ac:picMkLst>
            <pc:docMk/>
            <pc:sldMk cId="1124106902" sldId="326"/>
            <ac:picMk id="2" creationId="{D351B5A5-6F73-3D36-3E45-8369A7FE17FD}"/>
          </ac:picMkLst>
        </pc:picChg>
        <pc:picChg chg="mod">
          <ac:chgData name="Tomisinec V. Xavier" userId="a1af5d95259b486a" providerId="Windows Live" clId="Web-{DAA8C43A-918A-4240-9CB8-DC77F044EB32}" dt="2024-05-12T15:32:58.322" v="151" actId="1076"/>
          <ac:picMkLst>
            <pc:docMk/>
            <pc:sldMk cId="1124106902" sldId="326"/>
            <ac:picMk id="5" creationId="{3E9E351C-992E-1EF1-40A7-33693B907B5F}"/>
          </ac:picMkLst>
        </pc:picChg>
        <pc:picChg chg="add del ord">
          <ac:chgData name="Tomisinec V. Xavier" userId="a1af5d95259b486a" providerId="Windows Live" clId="Web-{DAA8C43A-918A-4240-9CB8-DC77F044EB32}" dt="2024-05-12T15:33:00.337" v="152"/>
          <ac:picMkLst>
            <pc:docMk/>
            <pc:sldMk cId="1124106902" sldId="326"/>
            <ac:picMk id="11" creationId="{1E74A3EE-35C2-1930-9FE4-09CE33CA4101}"/>
          </ac:picMkLst>
        </pc:picChg>
      </pc:sldChg>
      <pc:sldChg chg="addSp delSp modSp">
        <pc:chgData name="Tomisinec V. Xavier" userId="a1af5d95259b486a" providerId="Windows Live" clId="Web-{DAA8C43A-918A-4240-9CB8-DC77F044EB32}" dt="2024-05-12T15:33:27.965" v="155" actId="1076"/>
        <pc:sldMkLst>
          <pc:docMk/>
          <pc:sldMk cId="2820594302" sldId="340"/>
        </pc:sldMkLst>
        <pc:spChg chg="add">
          <ac:chgData name="Tomisinec V. Xavier" userId="a1af5d95259b486a" providerId="Windows Live" clId="Web-{DAA8C43A-918A-4240-9CB8-DC77F044EB32}" dt="2024-05-12T15:29:57.417" v="114"/>
          <ac:spMkLst>
            <pc:docMk/>
            <pc:sldMk cId="2820594302" sldId="340"/>
            <ac:spMk id="3" creationId="{89B23255-7D3D-2273-17F1-A56A117C2CF9}"/>
          </ac:spMkLst>
        </pc:spChg>
        <pc:spChg chg="add">
          <ac:chgData name="Tomisinec V. Xavier" userId="a1af5d95259b486a" providerId="Windows Live" clId="Web-{DAA8C43A-918A-4240-9CB8-DC77F044EB32}" dt="2024-05-12T15:29:57.433" v="115"/>
          <ac:spMkLst>
            <pc:docMk/>
            <pc:sldMk cId="2820594302" sldId="340"/>
            <ac:spMk id="6" creationId="{397E6329-CB98-F578-AD22-87B8F7D75BE7}"/>
          </ac:spMkLst>
        </pc:spChg>
        <pc:spChg chg="del">
          <ac:chgData name="Tomisinec V. Xavier" userId="a1af5d95259b486a" providerId="Windows Live" clId="Web-{DAA8C43A-918A-4240-9CB8-DC77F044EB32}" dt="2024-05-12T15:29:31.384" v="104"/>
          <ac:spMkLst>
            <pc:docMk/>
            <pc:sldMk cId="2820594302" sldId="340"/>
            <ac:spMk id="7" creationId="{52FE4A7F-3733-DF89-3DCC-4A92802CEEA4}"/>
          </ac:spMkLst>
        </pc:spChg>
        <pc:spChg chg="del">
          <ac:chgData name="Tomisinec V. Xavier" userId="a1af5d95259b486a" providerId="Windows Live" clId="Web-{DAA8C43A-918A-4240-9CB8-DC77F044EB32}" dt="2024-05-12T15:29:31.384" v="103"/>
          <ac:spMkLst>
            <pc:docMk/>
            <pc:sldMk cId="2820594302" sldId="340"/>
            <ac:spMk id="8" creationId="{3D93C24E-66DE-3E45-7850-D8C8191AF981}"/>
          </ac:spMkLst>
        </pc:spChg>
        <pc:picChg chg="mod">
          <ac:chgData name="Tomisinec V. Xavier" userId="a1af5d95259b486a" providerId="Windows Live" clId="Web-{DAA8C43A-918A-4240-9CB8-DC77F044EB32}" dt="2024-05-12T15:33:12.120" v="154" actId="1076"/>
          <ac:picMkLst>
            <pc:docMk/>
            <pc:sldMk cId="2820594302" sldId="340"/>
            <ac:picMk id="4" creationId="{8D5A8B91-652E-D40E-EEB2-E7593F44E9F4}"/>
          </ac:picMkLst>
        </pc:picChg>
        <pc:picChg chg="mod">
          <ac:chgData name="Tomisinec V. Xavier" userId="a1af5d95259b486a" providerId="Windows Live" clId="Web-{DAA8C43A-918A-4240-9CB8-DC77F044EB32}" dt="2024-05-12T15:33:27.965" v="155" actId="1076"/>
          <ac:picMkLst>
            <pc:docMk/>
            <pc:sldMk cId="2820594302" sldId="340"/>
            <ac:picMk id="9" creationId="{F1CA8A11-1A0B-92ED-8079-665B759DBF06}"/>
          </ac:picMkLst>
        </pc:picChg>
        <pc:picChg chg="add del mod ord">
          <ac:chgData name="Tomisinec V. Xavier" userId="a1af5d95259b486a" providerId="Windows Live" clId="Web-{DAA8C43A-918A-4240-9CB8-DC77F044EB32}" dt="2024-05-12T15:31:24.002" v="137"/>
          <ac:picMkLst>
            <pc:docMk/>
            <pc:sldMk cId="2820594302" sldId="340"/>
            <ac:picMk id="11" creationId="{732788D0-E451-8817-DCFE-9B8B2D68243D}"/>
          </ac:picMkLst>
        </pc:picChg>
      </pc:sldChg>
      <pc:sldChg chg="addSp delSp modSp">
        <pc:chgData name="Tomisinec V. Xavier" userId="a1af5d95259b486a" providerId="Windows Live" clId="Web-{DAA8C43A-918A-4240-9CB8-DC77F044EB32}" dt="2024-05-12T15:33:51.107" v="159" actId="1076"/>
        <pc:sldMkLst>
          <pc:docMk/>
          <pc:sldMk cId="3645845072" sldId="341"/>
        </pc:sldMkLst>
        <pc:spChg chg="add">
          <ac:chgData name="Tomisinec V. Xavier" userId="a1af5d95259b486a" providerId="Windows Live" clId="Web-{DAA8C43A-918A-4240-9CB8-DC77F044EB32}" dt="2024-05-12T15:30:00.246" v="117"/>
          <ac:spMkLst>
            <pc:docMk/>
            <pc:sldMk cId="3645845072" sldId="341"/>
            <ac:spMk id="3" creationId="{FEE3C384-C1B8-5C14-1C42-811762B3F4F9}"/>
          </ac:spMkLst>
        </pc:spChg>
        <pc:spChg chg="del">
          <ac:chgData name="Tomisinec V. Xavier" userId="a1af5d95259b486a" providerId="Windows Live" clId="Web-{DAA8C43A-918A-4240-9CB8-DC77F044EB32}" dt="2024-05-12T15:29:21.961" v="99"/>
          <ac:spMkLst>
            <pc:docMk/>
            <pc:sldMk cId="3645845072" sldId="341"/>
            <ac:spMk id="7" creationId="{52FE4A7F-3733-DF89-3DCC-4A92802CEEA4}"/>
          </ac:spMkLst>
        </pc:spChg>
        <pc:spChg chg="del">
          <ac:chgData name="Tomisinec V. Xavier" userId="a1af5d95259b486a" providerId="Windows Live" clId="Web-{DAA8C43A-918A-4240-9CB8-DC77F044EB32}" dt="2024-05-12T15:29:23.493" v="100"/>
          <ac:spMkLst>
            <pc:docMk/>
            <pc:sldMk cId="3645845072" sldId="341"/>
            <ac:spMk id="8" creationId="{3D93C24E-66DE-3E45-7850-D8C8191AF981}"/>
          </ac:spMkLst>
        </pc:spChg>
        <pc:spChg chg="add">
          <ac:chgData name="Tomisinec V. Xavier" userId="a1af5d95259b486a" providerId="Windows Live" clId="Web-{DAA8C43A-918A-4240-9CB8-DC77F044EB32}" dt="2024-05-12T15:30:00.261" v="118"/>
          <ac:spMkLst>
            <pc:docMk/>
            <pc:sldMk cId="3645845072" sldId="341"/>
            <ac:spMk id="9" creationId="{4EB32A74-B7E5-8E83-7A5C-361EADD4297C}"/>
          </ac:spMkLst>
        </pc:spChg>
        <pc:picChg chg="mod">
          <ac:chgData name="Tomisinec V. Xavier" userId="a1af5d95259b486a" providerId="Windows Live" clId="Web-{DAA8C43A-918A-4240-9CB8-DC77F044EB32}" dt="2024-05-12T15:33:40.825" v="158" actId="1076"/>
          <ac:picMkLst>
            <pc:docMk/>
            <pc:sldMk cId="3645845072" sldId="341"/>
            <ac:picMk id="4" creationId="{CDC5F42F-3677-7EA6-CD9F-A63D05FF8C72}"/>
          </ac:picMkLst>
        </pc:picChg>
        <pc:picChg chg="mod">
          <ac:chgData name="Tomisinec V. Xavier" userId="a1af5d95259b486a" providerId="Windows Live" clId="Web-{DAA8C43A-918A-4240-9CB8-DC77F044EB32}" dt="2024-05-12T15:33:51.107" v="159" actId="1076"/>
          <ac:picMkLst>
            <pc:docMk/>
            <pc:sldMk cId="3645845072" sldId="341"/>
            <ac:picMk id="6" creationId="{F99C41E8-FDC9-61C2-CB4E-FE84EAA2F8ED}"/>
          </ac:picMkLst>
        </pc:picChg>
      </pc:sldChg>
      <pc:sldChg chg="addSp delSp modSp del">
        <pc:chgData name="Tomisinec V. Xavier" userId="a1af5d95259b486a" providerId="Windows Live" clId="Web-{DAA8C43A-918A-4240-9CB8-DC77F044EB32}" dt="2024-05-12T15:26:41.293" v="83"/>
        <pc:sldMkLst>
          <pc:docMk/>
          <pc:sldMk cId="749408722" sldId="345"/>
        </pc:sldMkLst>
        <pc:spChg chg="del">
          <ac:chgData name="Tomisinec V. Xavier" userId="a1af5d95259b486a" providerId="Windows Live" clId="Web-{DAA8C43A-918A-4240-9CB8-DC77F044EB32}" dt="2024-05-12T15:15:52.415" v="1"/>
          <ac:spMkLst>
            <pc:docMk/>
            <pc:sldMk cId="749408722" sldId="345"/>
            <ac:spMk id="3" creationId="{9D86C9F6-75C2-B64A-0494-95C6BD183EFF}"/>
          </ac:spMkLst>
        </pc:spChg>
        <pc:spChg chg="mod">
          <ac:chgData name="Tomisinec V. Xavier" userId="a1af5d95259b486a" providerId="Windows Live" clId="Web-{DAA8C43A-918A-4240-9CB8-DC77F044EB32}" dt="2024-05-12T15:16:50.982" v="6" actId="20577"/>
          <ac:spMkLst>
            <pc:docMk/>
            <pc:sldMk cId="749408722" sldId="345"/>
            <ac:spMk id="5" creationId="{11643F85-0AF9-AA4C-4186-EEF5B05E9556}"/>
          </ac:spMkLst>
        </pc:spChg>
        <pc:spChg chg="mod">
          <ac:chgData name="Tomisinec V. Xavier" userId="a1af5d95259b486a" providerId="Windows Live" clId="Web-{DAA8C43A-918A-4240-9CB8-DC77F044EB32}" dt="2024-05-12T15:17:32.111" v="14" actId="14100"/>
          <ac:spMkLst>
            <pc:docMk/>
            <pc:sldMk cId="749408722" sldId="345"/>
            <ac:spMk id="7" creationId="{61FEECBA-A04D-E19E-188A-E72C22B67100}"/>
          </ac:spMkLst>
        </pc:spChg>
        <pc:spChg chg="add mod">
          <ac:chgData name="Tomisinec V. Xavier" userId="a1af5d95259b486a" providerId="Windows Live" clId="Web-{DAA8C43A-918A-4240-9CB8-DC77F044EB32}" dt="2024-05-12T15:16:52.045" v="7" actId="20577"/>
          <ac:spMkLst>
            <pc:docMk/>
            <pc:sldMk cId="749408722" sldId="345"/>
            <ac:spMk id="12" creationId="{EC24CFD7-A98E-9EAC-30F3-E2CD0D7CD103}"/>
          </ac:spMkLst>
        </pc:spChg>
        <pc:spChg chg="add mod">
          <ac:chgData name="Tomisinec V. Xavier" userId="a1af5d95259b486a" providerId="Windows Live" clId="Web-{DAA8C43A-918A-4240-9CB8-DC77F044EB32}" dt="2024-05-12T15:16:21.136" v="4" actId="1076"/>
          <ac:spMkLst>
            <pc:docMk/>
            <pc:sldMk cId="749408722" sldId="345"/>
            <ac:spMk id="14" creationId="{0619DFCF-6B9A-C9E4-7485-F06F8949CFF0}"/>
          </ac:spMkLst>
        </pc:spChg>
        <pc:spChg chg="add mod">
          <ac:chgData name="Tomisinec V. Xavier" userId="a1af5d95259b486a" providerId="Windows Live" clId="Web-{DAA8C43A-918A-4240-9CB8-DC77F044EB32}" dt="2024-05-12T15:17:07.452" v="10" actId="1076"/>
          <ac:spMkLst>
            <pc:docMk/>
            <pc:sldMk cId="749408722" sldId="345"/>
            <ac:spMk id="15" creationId="{B010A1E1-7423-5CF8-4756-2B811A33BA0D}"/>
          </ac:spMkLst>
        </pc:spChg>
        <pc:spChg chg="add mod">
          <ac:chgData name="Tomisinec V. Xavier" userId="a1af5d95259b486a" providerId="Windows Live" clId="Web-{DAA8C43A-918A-4240-9CB8-DC77F044EB32}" dt="2024-05-12T15:17:44.502" v="17" actId="1076"/>
          <ac:spMkLst>
            <pc:docMk/>
            <pc:sldMk cId="749408722" sldId="345"/>
            <ac:spMk id="16" creationId="{65AB86F0-4F47-F9B8-C639-EEAF0EAE441E}"/>
          </ac:spMkLst>
        </pc:spChg>
      </pc:sldChg>
      <pc:sldChg chg="modSp add replId">
        <pc:chgData name="Tomisinec V. Xavier" userId="a1af5d95259b486a" providerId="Windows Live" clId="Web-{DAA8C43A-918A-4240-9CB8-DC77F044EB32}" dt="2024-05-12T15:29:18.821" v="98" actId="20577"/>
        <pc:sldMkLst>
          <pc:docMk/>
          <pc:sldMk cId="2310465232" sldId="347"/>
        </pc:sldMkLst>
        <pc:spChg chg="mod">
          <ac:chgData name="Tomisinec V. Xavier" userId="a1af5d95259b486a" providerId="Windows Live" clId="Web-{DAA8C43A-918A-4240-9CB8-DC77F044EB32}" dt="2024-05-12T15:22:26.570" v="34" actId="20577"/>
          <ac:spMkLst>
            <pc:docMk/>
            <pc:sldMk cId="2310465232" sldId="347"/>
            <ac:spMk id="3" creationId="{9D86C9F6-75C2-B64A-0494-95C6BD183EFF}"/>
          </ac:spMkLst>
        </pc:spChg>
        <pc:spChg chg="mod">
          <ac:chgData name="Tomisinec V. Xavier" userId="a1af5d95259b486a" providerId="Windows Live" clId="Web-{DAA8C43A-918A-4240-9CB8-DC77F044EB32}" dt="2024-05-12T15:26:16.854" v="81" actId="1076"/>
          <ac:spMkLst>
            <pc:docMk/>
            <pc:sldMk cId="2310465232" sldId="347"/>
            <ac:spMk id="5" creationId="{11643F85-0AF9-AA4C-4186-EEF5B05E9556}"/>
          </ac:spMkLst>
        </pc:spChg>
        <pc:spChg chg="mod">
          <ac:chgData name="Tomisinec V. Xavier" userId="a1af5d95259b486a" providerId="Windows Live" clId="Web-{DAA8C43A-918A-4240-9CB8-DC77F044EB32}" dt="2024-05-12T15:26:25.089" v="82" actId="1076"/>
          <ac:spMkLst>
            <pc:docMk/>
            <pc:sldMk cId="2310465232" sldId="347"/>
            <ac:spMk id="7" creationId="{61FEECBA-A04D-E19E-188A-E72C22B67100}"/>
          </ac:spMkLst>
        </pc:spChg>
        <pc:spChg chg="mod">
          <ac:chgData name="Tomisinec V. Xavier" userId="a1af5d95259b486a" providerId="Windows Live" clId="Web-{DAA8C43A-918A-4240-9CB8-DC77F044EB32}" dt="2024-05-12T15:29:18.821" v="98" actId="20577"/>
          <ac:spMkLst>
            <pc:docMk/>
            <pc:sldMk cId="2310465232" sldId="347"/>
            <ac:spMk id="10" creationId="{D1A81F2E-A903-BAC0-9B66-A76D4EA6C7EF}"/>
          </ac:spMkLst>
        </pc:spChg>
      </pc:sldChg>
    </pc:docChg>
  </pc:docChgLst>
  <pc:docChgLst>
    <pc:chgData name="Utilisateur invité" providerId="Windows Live" clId="Web-{6B58A788-4132-4376-949C-2A1C6035D9CD}"/>
    <pc:docChg chg="modSld">
      <pc:chgData name="Utilisateur invité" userId="" providerId="Windows Live" clId="Web-{6B58A788-4132-4376-949C-2A1C6035D9CD}" dt="2024-05-13T07:16:53.375" v="29"/>
      <pc:docMkLst>
        <pc:docMk/>
      </pc:docMkLst>
      <pc:sldChg chg="modNotes">
        <pc:chgData name="Utilisateur invité" userId="" providerId="Windows Live" clId="Web-{6B58A788-4132-4376-949C-2A1C6035D9CD}" dt="2024-05-13T07:16:53.375" v="29"/>
        <pc:sldMkLst>
          <pc:docMk/>
          <pc:sldMk cId="3234713782" sldId="316"/>
        </pc:sldMkLst>
      </pc:sldChg>
    </pc:docChg>
  </pc:docChgLst>
  <pc:docChgLst>
    <pc:chgData name="Guillaume Tricknot" userId="f9d6ff463829de31" providerId="LiveId" clId="{2CC1253D-7E7E-4FE9-A1CA-EFAE1A6FFB04}"/>
    <pc:docChg chg="undo custSel delSld modSld sldOrd delMainMaster">
      <pc:chgData name="Guillaume Tricknot" userId="f9d6ff463829de31" providerId="LiveId" clId="{2CC1253D-7E7E-4FE9-A1CA-EFAE1A6FFB04}" dt="2024-05-13T07:03:16.112" v="130" actId="14100"/>
      <pc:docMkLst>
        <pc:docMk/>
      </pc:docMkLst>
      <pc:sldChg chg="addSp delSp modSp mod">
        <pc:chgData name="Guillaume Tricknot" userId="f9d6ff463829de31" providerId="LiveId" clId="{2CC1253D-7E7E-4FE9-A1CA-EFAE1A6FFB04}" dt="2024-05-13T06:31:57.764" v="127" actId="1076"/>
        <pc:sldMkLst>
          <pc:docMk/>
          <pc:sldMk cId="0" sldId="257"/>
        </pc:sldMkLst>
        <pc:spChg chg="add del">
          <ac:chgData name="Guillaume Tricknot" userId="f9d6ff463829de31" providerId="LiveId" clId="{2CC1253D-7E7E-4FE9-A1CA-EFAE1A6FFB04}" dt="2024-05-13T06:29:28.986" v="74" actId="22"/>
          <ac:spMkLst>
            <pc:docMk/>
            <pc:sldMk cId="0" sldId="257"/>
            <ac:spMk id="3" creationId="{2E4F3418-E9B3-6169-9639-61BE7DED4AD9}"/>
          </ac:spMkLst>
        </pc:spChg>
        <pc:spChg chg="add mod">
          <ac:chgData name="Guillaume Tricknot" userId="f9d6ff463829de31" providerId="LiveId" clId="{2CC1253D-7E7E-4FE9-A1CA-EFAE1A6FFB04}" dt="2024-05-13T06:30:46.657" v="125" actId="14100"/>
          <ac:spMkLst>
            <pc:docMk/>
            <pc:sldMk cId="0" sldId="257"/>
            <ac:spMk id="4" creationId="{97377C1C-C65C-4E32-68BF-F27DC75FC8FD}"/>
          </ac:spMkLst>
        </pc:spChg>
        <pc:spChg chg="add mod">
          <ac:chgData name="Guillaume Tricknot" userId="f9d6ff463829de31" providerId="LiveId" clId="{2CC1253D-7E7E-4FE9-A1CA-EFAE1A6FFB04}" dt="2024-05-13T06:30:38.905" v="122" actId="1076"/>
          <ac:spMkLst>
            <pc:docMk/>
            <pc:sldMk cId="0" sldId="257"/>
            <ac:spMk id="5" creationId="{0C5C07ED-6DC7-0551-2BF9-6546B86FF4EB}"/>
          </ac:spMkLst>
        </pc:spChg>
        <pc:spChg chg="mod">
          <ac:chgData name="Guillaume Tricknot" userId="f9d6ff463829de31" providerId="LiveId" clId="{2CC1253D-7E7E-4FE9-A1CA-EFAE1A6FFB04}" dt="2024-05-13T06:29:58.703" v="112" actId="1076"/>
          <ac:spMkLst>
            <pc:docMk/>
            <pc:sldMk cId="0" sldId="257"/>
            <ac:spMk id="9" creationId="{23AF3EAC-2663-1304-642C-20D37BA6194B}"/>
          </ac:spMkLst>
        </pc:spChg>
        <pc:spChg chg="mod">
          <ac:chgData name="Guillaume Tricknot" userId="f9d6ff463829de31" providerId="LiveId" clId="{2CC1253D-7E7E-4FE9-A1CA-EFAE1A6FFB04}" dt="2024-05-13T06:31:57.764" v="127" actId="1076"/>
          <ac:spMkLst>
            <pc:docMk/>
            <pc:sldMk cId="0" sldId="257"/>
            <ac:spMk id="17" creationId="{4BAFF27C-05B8-5D36-7BC9-76506A6F391B}"/>
          </ac:spMkLst>
        </pc:spChg>
        <pc:spChg chg="mod">
          <ac:chgData name="Guillaume Tricknot" userId="f9d6ff463829de31" providerId="LiveId" clId="{2CC1253D-7E7E-4FE9-A1CA-EFAE1A6FFB04}" dt="2024-05-13T06:31:53.313" v="126" actId="1076"/>
          <ac:spMkLst>
            <pc:docMk/>
            <pc:sldMk cId="0" sldId="257"/>
            <ac:spMk id="19" creationId="{E678D350-0752-1FF3-EC2A-40C45E7D6014}"/>
          </ac:spMkLst>
        </pc:spChg>
        <pc:spChg chg="mod">
          <ac:chgData name="Guillaume Tricknot" userId="f9d6ff463829de31" providerId="LiveId" clId="{2CC1253D-7E7E-4FE9-A1CA-EFAE1A6FFB04}" dt="2024-05-12T20:58:25.487" v="41" actId="1076"/>
          <ac:spMkLst>
            <pc:docMk/>
            <pc:sldMk cId="0" sldId="257"/>
            <ac:spMk id="20" creationId="{CBD671DE-710B-CA1F-824A-2EB21DF6B73A}"/>
          </ac:spMkLst>
        </pc:spChg>
        <pc:spChg chg="mod">
          <ac:chgData name="Guillaume Tricknot" userId="f9d6ff463829de31" providerId="LiveId" clId="{2CC1253D-7E7E-4FE9-A1CA-EFAE1A6FFB04}" dt="2024-05-12T20:58:29.108" v="42" actId="1076"/>
          <ac:spMkLst>
            <pc:docMk/>
            <pc:sldMk cId="0" sldId="257"/>
            <ac:spMk id="21" creationId="{D6BDE691-41DF-C1E2-FD90-C8CAE2CD9361}"/>
          </ac:spMkLst>
        </pc:spChg>
        <pc:spChg chg="mod">
          <ac:chgData name="Guillaume Tricknot" userId="f9d6ff463829de31" providerId="LiveId" clId="{2CC1253D-7E7E-4FE9-A1CA-EFAE1A6FFB04}" dt="2024-05-13T06:30:22.047" v="118" actId="1076"/>
          <ac:spMkLst>
            <pc:docMk/>
            <pc:sldMk cId="0" sldId="257"/>
            <ac:spMk id="22" creationId="{E0C1FDEB-AFA3-1171-8724-39F2DE74C5FF}"/>
          </ac:spMkLst>
        </pc:spChg>
        <pc:spChg chg="mod">
          <ac:chgData name="Guillaume Tricknot" userId="f9d6ff463829de31" providerId="LiveId" clId="{2CC1253D-7E7E-4FE9-A1CA-EFAE1A6FFB04}" dt="2024-05-13T06:30:27.209" v="119" actId="1076"/>
          <ac:spMkLst>
            <pc:docMk/>
            <pc:sldMk cId="0" sldId="257"/>
            <ac:spMk id="23" creationId="{8FA115AF-1B36-EFA0-50D0-E18A2AC0544A}"/>
          </ac:spMkLst>
        </pc:spChg>
        <pc:spChg chg="mod">
          <ac:chgData name="Guillaume Tricknot" userId="f9d6ff463829de31" providerId="LiveId" clId="{2CC1253D-7E7E-4FE9-A1CA-EFAE1A6FFB04}" dt="2024-05-13T06:30:30.434" v="120" actId="1076"/>
          <ac:spMkLst>
            <pc:docMk/>
            <pc:sldMk cId="0" sldId="257"/>
            <ac:spMk id="24" creationId="{CAC22E40-63D4-1FE2-C791-83E65C3E0E7F}"/>
          </ac:spMkLst>
        </pc:spChg>
        <pc:spChg chg="mod">
          <ac:chgData name="Guillaume Tricknot" userId="f9d6ff463829de31" providerId="LiveId" clId="{2CC1253D-7E7E-4FE9-A1CA-EFAE1A6FFB04}" dt="2024-05-13T06:30:35.253" v="121" actId="1076"/>
          <ac:spMkLst>
            <pc:docMk/>
            <pc:sldMk cId="0" sldId="257"/>
            <ac:spMk id="25" creationId="{5EC52809-5D07-1A47-4471-C83365F33FAE}"/>
          </ac:spMkLst>
        </pc:spChg>
        <pc:spChg chg="mod">
          <ac:chgData name="Guillaume Tricknot" userId="f9d6ff463829de31" providerId="LiveId" clId="{2CC1253D-7E7E-4FE9-A1CA-EFAE1A6FFB04}" dt="2024-05-13T06:30:08.355" v="115" actId="1076"/>
          <ac:spMkLst>
            <pc:docMk/>
            <pc:sldMk cId="0" sldId="257"/>
            <ac:spMk id="26" creationId="{46A3E717-FEBE-7C86-87A4-CE90DEBEDD04}"/>
          </ac:spMkLst>
        </pc:spChg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3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4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5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6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7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8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69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0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1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2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3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4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5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6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7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8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79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0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1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2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3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4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5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6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7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8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89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0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1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2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3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4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5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6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7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8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299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0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1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2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3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4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5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6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7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8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09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10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11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0" sldId="312"/>
        </pc:sldMkLst>
      </pc:sldChg>
      <pc:sldChg chg="del">
        <pc:chgData name="Guillaume Tricknot" userId="f9d6ff463829de31" providerId="LiveId" clId="{2CC1253D-7E7E-4FE9-A1CA-EFAE1A6FFB04}" dt="2024-05-12T20:03:07.269" v="0" actId="47"/>
        <pc:sldMkLst>
          <pc:docMk/>
          <pc:sldMk cId="2227811025" sldId="335"/>
        </pc:sldMkLst>
      </pc:sldChg>
      <pc:sldChg chg="ord">
        <pc:chgData name="Guillaume Tricknot" userId="f9d6ff463829de31" providerId="LiveId" clId="{2CC1253D-7E7E-4FE9-A1CA-EFAE1A6FFB04}" dt="2024-05-13T05:10:41.605" v="44"/>
        <pc:sldMkLst>
          <pc:docMk/>
          <pc:sldMk cId="542199497" sldId="338"/>
        </pc:sldMkLst>
      </pc:sldChg>
      <pc:sldChg chg="modSp mod">
        <pc:chgData name="Guillaume Tricknot" userId="f9d6ff463829de31" providerId="LiveId" clId="{2CC1253D-7E7E-4FE9-A1CA-EFAE1A6FFB04}" dt="2024-05-13T07:03:16.112" v="130" actId="14100"/>
        <pc:sldMkLst>
          <pc:docMk/>
          <pc:sldMk cId="2573279948" sldId="343"/>
        </pc:sldMkLst>
        <pc:spChg chg="mod">
          <ac:chgData name="Guillaume Tricknot" userId="f9d6ff463829de31" providerId="LiveId" clId="{2CC1253D-7E7E-4FE9-A1CA-EFAE1A6FFB04}" dt="2024-05-13T05:36:48.534" v="54" actId="20577"/>
          <ac:spMkLst>
            <pc:docMk/>
            <pc:sldMk cId="2573279948" sldId="343"/>
            <ac:spMk id="7" creationId="{61FEECBA-A04D-E19E-188A-E72C22B67100}"/>
          </ac:spMkLst>
        </pc:spChg>
        <pc:picChg chg="mod">
          <ac:chgData name="Guillaume Tricknot" userId="f9d6ff463829de31" providerId="LiveId" clId="{2CC1253D-7E7E-4FE9-A1CA-EFAE1A6FFB04}" dt="2024-05-13T07:03:16.112" v="130" actId="14100"/>
          <ac:picMkLst>
            <pc:docMk/>
            <pc:sldMk cId="2573279948" sldId="343"/>
            <ac:picMk id="12" creationId="{7F2DD675-BCF3-FD13-F74B-23F322C8CFE1}"/>
          </ac:picMkLst>
        </pc:picChg>
      </pc:sldChg>
      <pc:sldChg chg="modSp mod">
        <pc:chgData name="Guillaume Tricknot" userId="f9d6ff463829de31" providerId="LiveId" clId="{2CC1253D-7E7E-4FE9-A1CA-EFAE1A6FFB04}" dt="2024-05-13T05:37:53.201" v="72" actId="1076"/>
        <pc:sldMkLst>
          <pc:docMk/>
          <pc:sldMk cId="1788013998" sldId="344"/>
        </pc:sldMkLst>
        <pc:spChg chg="mod">
          <ac:chgData name="Guillaume Tricknot" userId="f9d6ff463829de31" providerId="LiveId" clId="{2CC1253D-7E7E-4FE9-A1CA-EFAE1A6FFB04}" dt="2024-05-13T05:37:53.201" v="72" actId="1076"/>
          <ac:spMkLst>
            <pc:docMk/>
            <pc:sldMk cId="1788013998" sldId="344"/>
            <ac:spMk id="3" creationId="{9D86C9F6-75C2-B64A-0494-95C6BD183EFF}"/>
          </ac:spMkLst>
        </pc:spChg>
      </pc:sldChg>
      <pc:sldMasterChg chg="delSldLayout">
        <pc:chgData name="Guillaume Tricknot" userId="f9d6ff463829de31" providerId="LiveId" clId="{2CC1253D-7E7E-4FE9-A1CA-EFAE1A6FFB04}" dt="2024-05-12T20:03:07.269" v="0" actId="47"/>
        <pc:sldMasterMkLst>
          <pc:docMk/>
          <pc:sldMasterMk cId="0" sldId="2147483681"/>
        </pc:sldMasterMkLst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49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51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53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56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57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61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63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64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65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66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69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0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1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2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3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4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5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6"/>
          </pc:sldLayoutMkLst>
        </pc:sldLayoutChg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1"/>
            <pc:sldLayoutMk cId="0" sldId="2147483677"/>
          </pc:sldLayoutMkLst>
        </pc:sldLayoutChg>
      </pc:sldMasterChg>
      <pc:sldMasterChg chg="del delSldLayout">
        <pc:chgData name="Guillaume Tricknot" userId="f9d6ff463829de31" providerId="LiveId" clId="{2CC1253D-7E7E-4FE9-A1CA-EFAE1A6FFB04}" dt="2024-05-12T20:03:07.269" v="0" actId="47"/>
        <pc:sldMasterMkLst>
          <pc:docMk/>
          <pc:sldMasterMk cId="0" sldId="2147483682"/>
        </pc:sldMasterMkLst>
        <pc:sldLayoutChg chg="del">
          <pc:chgData name="Guillaume Tricknot" userId="f9d6ff463829de31" providerId="LiveId" clId="{2CC1253D-7E7E-4FE9-A1CA-EFAE1A6FFB04}" dt="2024-05-12T20:03:07.269" v="0" actId="47"/>
          <pc:sldLayoutMkLst>
            <pc:docMk/>
            <pc:sldMasterMk cId="0" sldId="2147483682"/>
            <pc:sldLayoutMk cId="0" sldId="2147483680"/>
          </pc:sldLayoutMkLst>
        </pc:sldLayoutChg>
      </pc:sldMasterChg>
    </pc:docChg>
  </pc:docChgLst>
  <pc:docChgLst>
    <pc:chgData name="Guillaume Tricknot" userId="f9d6ff463829de31" providerId="LiveId" clId="{8155BA26-39F8-4BA1-BE03-FF04B3A90F7F}"/>
    <pc:docChg chg="undo redo custSel addSld delSld modSld">
      <pc:chgData name="Guillaume Tricknot" userId="f9d6ff463829de31" providerId="LiveId" clId="{8155BA26-39F8-4BA1-BE03-FF04B3A90F7F}" dt="2024-05-12T13:14:35.493" v="2286" actId="114"/>
      <pc:docMkLst>
        <pc:docMk/>
      </pc:docMkLst>
      <pc:sldChg chg="addSp delSp modSp mod">
        <pc:chgData name="Guillaume Tricknot" userId="f9d6ff463829de31" providerId="LiveId" clId="{8155BA26-39F8-4BA1-BE03-FF04B3A90F7F}" dt="2024-05-11T08:26:56.563" v="210" actId="1076"/>
        <pc:sldMkLst>
          <pc:docMk/>
          <pc:sldMk cId="0" sldId="256"/>
        </pc:sldMkLst>
        <pc:spChg chg="add del mod">
          <ac:chgData name="Guillaume Tricknot" userId="f9d6ff463829de31" providerId="LiveId" clId="{8155BA26-39F8-4BA1-BE03-FF04B3A90F7F}" dt="2024-05-11T08:17:35.516" v="60" actId="478"/>
          <ac:spMkLst>
            <pc:docMk/>
            <pc:sldMk cId="0" sldId="256"/>
            <ac:spMk id="3" creationId="{E696E59E-0FDB-48D0-556B-5E8C405EA970}"/>
          </ac:spMkLst>
        </pc:spChg>
        <pc:spChg chg="add mod">
          <ac:chgData name="Guillaume Tricknot" userId="f9d6ff463829de31" providerId="LiveId" clId="{8155BA26-39F8-4BA1-BE03-FF04B3A90F7F}" dt="2024-05-11T08:25:59.624" v="190" actId="1076"/>
          <ac:spMkLst>
            <pc:docMk/>
            <pc:sldMk cId="0" sldId="256"/>
            <ac:spMk id="12" creationId="{3237D699-2BCF-98F7-A509-801F45F46415}"/>
          </ac:spMkLst>
        </pc:spChg>
        <pc:spChg chg="add mod">
          <ac:chgData name="Guillaume Tricknot" userId="f9d6ff463829de31" providerId="LiveId" clId="{8155BA26-39F8-4BA1-BE03-FF04B3A90F7F}" dt="2024-05-11T08:25:59.624" v="190" actId="1076"/>
          <ac:spMkLst>
            <pc:docMk/>
            <pc:sldMk cId="0" sldId="256"/>
            <ac:spMk id="13" creationId="{744377FE-D882-A8C7-C0F5-A16E607AC5B3}"/>
          </ac:spMkLst>
        </pc:spChg>
        <pc:spChg chg="add mod">
          <ac:chgData name="Guillaume Tricknot" userId="f9d6ff463829de31" providerId="LiveId" clId="{8155BA26-39F8-4BA1-BE03-FF04B3A90F7F}" dt="2024-05-11T08:25:59.624" v="190" actId="1076"/>
          <ac:spMkLst>
            <pc:docMk/>
            <pc:sldMk cId="0" sldId="256"/>
            <ac:spMk id="14" creationId="{9EB86056-676C-7CD5-7316-2AABC2792EFE}"/>
          </ac:spMkLst>
        </pc:spChg>
        <pc:spChg chg="add mod">
          <ac:chgData name="Guillaume Tricknot" userId="f9d6ff463829de31" providerId="LiveId" clId="{8155BA26-39F8-4BA1-BE03-FF04B3A90F7F}" dt="2024-05-11T08:25:59.624" v="190" actId="1076"/>
          <ac:spMkLst>
            <pc:docMk/>
            <pc:sldMk cId="0" sldId="256"/>
            <ac:spMk id="15" creationId="{34FCCA78-3C86-B990-A6D6-114DEC78BB0F}"/>
          </ac:spMkLst>
        </pc:spChg>
        <pc:spChg chg="add mod">
          <ac:chgData name="Guillaume Tricknot" userId="f9d6ff463829de31" providerId="LiveId" clId="{8155BA26-39F8-4BA1-BE03-FF04B3A90F7F}" dt="2024-05-11T08:25:59.999" v="191"/>
          <ac:spMkLst>
            <pc:docMk/>
            <pc:sldMk cId="0" sldId="256"/>
            <ac:spMk id="16" creationId="{9948F9EF-2995-FBED-98A5-64403C189A76}"/>
          </ac:spMkLst>
        </pc:spChg>
        <pc:spChg chg="add mod">
          <ac:chgData name="Guillaume Tricknot" userId="f9d6ff463829de31" providerId="LiveId" clId="{8155BA26-39F8-4BA1-BE03-FF04B3A90F7F}" dt="2024-05-11T08:25:59.999" v="191"/>
          <ac:spMkLst>
            <pc:docMk/>
            <pc:sldMk cId="0" sldId="256"/>
            <ac:spMk id="17" creationId="{E7969422-A8B8-2372-CD71-F6FCE1D63B0E}"/>
          </ac:spMkLst>
        </pc:spChg>
        <pc:spChg chg="add mod">
          <ac:chgData name="Guillaume Tricknot" userId="f9d6ff463829de31" providerId="LiveId" clId="{8155BA26-39F8-4BA1-BE03-FF04B3A90F7F}" dt="2024-05-11T08:25:59.999" v="191"/>
          <ac:spMkLst>
            <pc:docMk/>
            <pc:sldMk cId="0" sldId="256"/>
            <ac:spMk id="18" creationId="{B1FBF3AC-BFCA-06F7-04DF-AB6BDB0B715E}"/>
          </ac:spMkLst>
        </pc:spChg>
        <pc:spChg chg="add mod">
          <ac:chgData name="Guillaume Tricknot" userId="f9d6ff463829de31" providerId="LiveId" clId="{8155BA26-39F8-4BA1-BE03-FF04B3A90F7F}" dt="2024-05-11T08:25:59.999" v="191"/>
          <ac:spMkLst>
            <pc:docMk/>
            <pc:sldMk cId="0" sldId="256"/>
            <ac:spMk id="19" creationId="{381FDDEB-F6DE-3392-8C6B-0B7933BB4460}"/>
          </ac:spMkLst>
        </pc:spChg>
        <pc:spChg chg="add mod">
          <ac:chgData name="Guillaume Tricknot" userId="f9d6ff463829de31" providerId="LiveId" clId="{8155BA26-39F8-4BA1-BE03-FF04B3A90F7F}" dt="2024-05-11T08:26:09.173" v="195" actId="1076"/>
          <ac:spMkLst>
            <pc:docMk/>
            <pc:sldMk cId="0" sldId="256"/>
            <ac:spMk id="20" creationId="{7B927D43-8508-7965-622F-206B1E88F036}"/>
          </ac:spMkLst>
        </pc:spChg>
        <pc:spChg chg="add mod">
          <ac:chgData name="Guillaume Tricknot" userId="f9d6ff463829de31" providerId="LiveId" clId="{8155BA26-39F8-4BA1-BE03-FF04B3A90F7F}" dt="2024-05-11T08:26:09.173" v="195" actId="1076"/>
          <ac:spMkLst>
            <pc:docMk/>
            <pc:sldMk cId="0" sldId="256"/>
            <ac:spMk id="21" creationId="{52FA40D5-65BD-BE12-A9CB-FD158B09EBE5}"/>
          </ac:spMkLst>
        </pc:spChg>
        <pc:spChg chg="add mod">
          <ac:chgData name="Guillaume Tricknot" userId="f9d6ff463829de31" providerId="LiveId" clId="{8155BA26-39F8-4BA1-BE03-FF04B3A90F7F}" dt="2024-05-11T08:26:09.173" v="195" actId="1076"/>
          <ac:spMkLst>
            <pc:docMk/>
            <pc:sldMk cId="0" sldId="256"/>
            <ac:spMk id="22" creationId="{8D322286-71EB-5041-F692-8AD6DEE1A79F}"/>
          </ac:spMkLst>
        </pc:spChg>
        <pc:spChg chg="add mod">
          <ac:chgData name="Guillaume Tricknot" userId="f9d6ff463829de31" providerId="LiveId" clId="{8155BA26-39F8-4BA1-BE03-FF04B3A90F7F}" dt="2024-05-11T08:26:09.173" v="195" actId="1076"/>
          <ac:spMkLst>
            <pc:docMk/>
            <pc:sldMk cId="0" sldId="256"/>
            <ac:spMk id="23" creationId="{F4B429E7-F4E1-3DDD-CAAD-F77931D30C7C}"/>
          </ac:spMkLst>
        </pc:spChg>
        <pc:spChg chg="mod">
          <ac:chgData name="Guillaume Tricknot" userId="f9d6ff463829de31" providerId="LiveId" clId="{8155BA26-39F8-4BA1-BE03-FF04B3A90F7F}" dt="2024-05-11T08:26:56.563" v="210" actId="1076"/>
          <ac:spMkLst>
            <pc:docMk/>
            <pc:sldMk cId="0" sldId="256"/>
            <ac:spMk id="402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8:17:33.562" v="59" actId="478"/>
          <ac:spMkLst>
            <pc:docMk/>
            <pc:sldMk cId="0" sldId="256"/>
            <ac:spMk id="403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25:09.620" v="185" actId="1076"/>
          <ac:spMkLst>
            <pc:docMk/>
            <pc:sldMk cId="0" sldId="256"/>
            <ac:spMk id="404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8:17:31.656" v="58" actId="478"/>
          <ac:spMkLst>
            <pc:docMk/>
            <pc:sldMk cId="0" sldId="256"/>
            <ac:spMk id="405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17:24.041" v="57" actId="14100"/>
          <ac:spMkLst>
            <pc:docMk/>
            <pc:sldMk cId="0" sldId="256"/>
            <ac:spMk id="406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26:52.744" v="209" actId="1076"/>
          <ac:spMkLst>
            <pc:docMk/>
            <pc:sldMk cId="0" sldId="256"/>
            <ac:spMk id="407" creationId="{00000000-0000-0000-0000-000000000000}"/>
          </ac:spMkLst>
        </pc:spChg>
        <pc:picChg chg="add mod">
          <ac:chgData name="Guillaume Tricknot" userId="f9d6ff463829de31" providerId="LiveId" clId="{8155BA26-39F8-4BA1-BE03-FF04B3A90F7F}" dt="2024-05-11T08:20:32.923" v="154" actId="1076"/>
          <ac:picMkLst>
            <pc:docMk/>
            <pc:sldMk cId="0" sldId="256"/>
            <ac:picMk id="4" creationId="{AAAB28ED-BAEA-88A8-9249-94801B987E32}"/>
          </ac:picMkLst>
        </pc:picChg>
        <pc:picChg chg="add del mod">
          <ac:chgData name="Guillaume Tricknot" userId="f9d6ff463829de31" providerId="LiveId" clId="{8155BA26-39F8-4BA1-BE03-FF04B3A90F7F}" dt="2024-05-11T08:20:45.027" v="157" actId="478"/>
          <ac:picMkLst>
            <pc:docMk/>
            <pc:sldMk cId="0" sldId="256"/>
            <ac:picMk id="5" creationId="{F7DBA7F7-75C6-4CE1-B274-6AF1D49E8EB9}"/>
          </ac:picMkLst>
        </pc:picChg>
        <pc:picChg chg="add del mod">
          <ac:chgData name="Guillaume Tricknot" userId="f9d6ff463829de31" providerId="LiveId" clId="{8155BA26-39F8-4BA1-BE03-FF04B3A90F7F}" dt="2024-05-11T08:23:52.258" v="167" actId="478"/>
          <ac:picMkLst>
            <pc:docMk/>
            <pc:sldMk cId="0" sldId="256"/>
            <ac:picMk id="6" creationId="{46F45217-8FC5-C0E2-4393-0CC6C868457C}"/>
          </ac:picMkLst>
        </pc:picChg>
        <pc:picChg chg="add del mod ord">
          <ac:chgData name="Guillaume Tricknot" userId="f9d6ff463829de31" providerId="LiveId" clId="{8155BA26-39F8-4BA1-BE03-FF04B3A90F7F}" dt="2024-05-11T08:25:56.821" v="188" actId="478"/>
          <ac:picMkLst>
            <pc:docMk/>
            <pc:sldMk cId="0" sldId="256"/>
            <ac:picMk id="8" creationId="{48610179-93B3-78FD-4AFB-4D7B8614F024}"/>
          </ac:picMkLst>
        </pc:picChg>
        <pc:picChg chg="add del mod">
          <ac:chgData name="Guillaume Tricknot" userId="f9d6ff463829de31" providerId="LiveId" clId="{8155BA26-39F8-4BA1-BE03-FF04B3A90F7F}" dt="2024-05-11T08:24:45.369" v="177" actId="478"/>
          <ac:picMkLst>
            <pc:docMk/>
            <pc:sldMk cId="0" sldId="256"/>
            <ac:picMk id="9" creationId="{948357D0-6EB6-3C22-919A-61781CADF332}"/>
          </ac:picMkLst>
        </pc:picChg>
        <pc:picChg chg="add mod">
          <ac:chgData name="Guillaume Tricknot" userId="f9d6ff463829de31" providerId="LiveId" clId="{8155BA26-39F8-4BA1-BE03-FF04B3A90F7F}" dt="2024-05-11T08:26:01.977" v="193" actId="1076"/>
          <ac:picMkLst>
            <pc:docMk/>
            <pc:sldMk cId="0" sldId="256"/>
            <ac:picMk id="11" creationId="{27D3A333-99BB-4539-A8A3-606CB4082DF1}"/>
          </ac:picMkLst>
        </pc:picChg>
        <pc:picChg chg="add mod">
          <ac:chgData name="Guillaume Tricknot" userId="f9d6ff463829de31" providerId="LiveId" clId="{8155BA26-39F8-4BA1-BE03-FF04B3A90F7F}" dt="2024-05-11T08:23:29.331" v="164" actId="1076"/>
          <ac:picMkLst>
            <pc:docMk/>
            <pc:sldMk cId="0" sldId="256"/>
            <ac:picMk id="1026" creationId="{2453EBB5-75EA-EFF1-5037-5F72C5F1FD4D}"/>
          </ac:picMkLst>
        </pc:picChg>
        <pc:picChg chg="add mod">
          <ac:chgData name="Guillaume Tricknot" userId="f9d6ff463829de31" providerId="LiveId" clId="{8155BA26-39F8-4BA1-BE03-FF04B3A90F7F}" dt="2024-05-11T08:24:16.828" v="172" actId="1076"/>
          <ac:picMkLst>
            <pc:docMk/>
            <pc:sldMk cId="0" sldId="256"/>
            <ac:picMk id="1028" creationId="{C77AF899-A693-8911-68E3-BA318E18FAA6}"/>
          </ac:picMkLst>
        </pc:picChg>
      </pc:sldChg>
      <pc:sldChg chg="addSp delSp modSp mod">
        <pc:chgData name="Guillaume Tricknot" userId="f9d6ff463829de31" providerId="LiveId" clId="{8155BA26-39F8-4BA1-BE03-FF04B3A90F7F}" dt="2024-05-11T08:44:03.371" v="600" actId="20577"/>
        <pc:sldMkLst>
          <pc:docMk/>
          <pc:sldMk cId="0" sldId="257"/>
        </pc:sldMkLst>
        <pc:spChg chg="add del mod">
          <ac:chgData name="Guillaume Tricknot" userId="f9d6ff463829de31" providerId="LiveId" clId="{8155BA26-39F8-4BA1-BE03-FF04B3A90F7F}" dt="2024-05-11T08:30:02.929" v="249" actId="478"/>
          <ac:spMkLst>
            <pc:docMk/>
            <pc:sldMk cId="0" sldId="257"/>
            <ac:spMk id="3" creationId="{382C9492-DB45-622E-667A-DE0E0FB8B553}"/>
          </ac:spMkLst>
        </pc:spChg>
        <pc:spChg chg="add mod">
          <ac:chgData name="Guillaume Tricknot" userId="f9d6ff463829de31" providerId="LiveId" clId="{8155BA26-39F8-4BA1-BE03-FF04B3A90F7F}" dt="2024-05-11T08:30:31.731" v="250"/>
          <ac:spMkLst>
            <pc:docMk/>
            <pc:sldMk cId="0" sldId="257"/>
            <ac:spMk id="4" creationId="{150141A5-656C-2795-5AD6-A6C68B314BC0}"/>
          </ac:spMkLst>
        </pc:spChg>
        <pc:spChg chg="add mod">
          <ac:chgData name="Guillaume Tricknot" userId="f9d6ff463829de31" providerId="LiveId" clId="{8155BA26-39F8-4BA1-BE03-FF04B3A90F7F}" dt="2024-05-11T08:30:31.731" v="250"/>
          <ac:spMkLst>
            <pc:docMk/>
            <pc:sldMk cId="0" sldId="257"/>
            <ac:spMk id="5" creationId="{22EA8D30-5C7F-7AE6-AC05-CE8E4C820CC1}"/>
          </ac:spMkLst>
        </pc:spChg>
        <pc:spChg chg="add mod">
          <ac:chgData name="Guillaume Tricknot" userId="f9d6ff463829de31" providerId="LiveId" clId="{8155BA26-39F8-4BA1-BE03-FF04B3A90F7F}" dt="2024-05-11T08:30:31.731" v="250"/>
          <ac:spMkLst>
            <pc:docMk/>
            <pc:sldMk cId="0" sldId="257"/>
            <ac:spMk id="6" creationId="{E7CE21D3-644B-D303-BFBF-97210401563B}"/>
          </ac:spMkLst>
        </pc:spChg>
        <pc:spChg chg="add mod">
          <ac:chgData name="Guillaume Tricknot" userId="f9d6ff463829de31" providerId="LiveId" clId="{8155BA26-39F8-4BA1-BE03-FF04B3A90F7F}" dt="2024-05-11T08:30:31.731" v="250"/>
          <ac:spMkLst>
            <pc:docMk/>
            <pc:sldMk cId="0" sldId="257"/>
            <ac:spMk id="7" creationId="{C8F86DE3-5A19-AC94-9C63-2F19B256F07F}"/>
          </ac:spMkLst>
        </pc:spChg>
        <pc:spChg chg="add del mod">
          <ac:chgData name="Guillaume Tricknot" userId="f9d6ff463829de31" providerId="LiveId" clId="{8155BA26-39F8-4BA1-BE03-FF04B3A90F7F}" dt="2024-05-11T08:31:11.097" v="258" actId="478"/>
          <ac:spMkLst>
            <pc:docMk/>
            <pc:sldMk cId="0" sldId="257"/>
            <ac:spMk id="8" creationId="{59EBC392-F88B-9D1B-0F1C-963C101CB64E}"/>
          </ac:spMkLst>
        </pc:spChg>
        <pc:spChg chg="add mod">
          <ac:chgData name="Guillaume Tricknot" userId="f9d6ff463829de31" providerId="LiveId" clId="{8155BA26-39F8-4BA1-BE03-FF04B3A90F7F}" dt="2024-05-11T08:31:14.958" v="259" actId="1076"/>
          <ac:spMkLst>
            <pc:docMk/>
            <pc:sldMk cId="0" sldId="257"/>
            <ac:spMk id="9" creationId="{23AF3EAC-2663-1304-642C-20D37BA6194B}"/>
          </ac:spMkLst>
        </pc:spChg>
        <pc:spChg chg="add del mod">
          <ac:chgData name="Guillaume Tricknot" userId="f9d6ff463829de31" providerId="LiveId" clId="{8155BA26-39F8-4BA1-BE03-FF04B3A90F7F}" dt="2024-05-11T08:31:28.474" v="260" actId="478"/>
          <ac:spMkLst>
            <pc:docMk/>
            <pc:sldMk cId="0" sldId="257"/>
            <ac:spMk id="10" creationId="{CEE97EB1-FD1D-D07E-7E3E-B864AA5DDDEC}"/>
          </ac:spMkLst>
        </pc:spChg>
        <pc:spChg chg="add mod">
          <ac:chgData name="Guillaume Tricknot" userId="f9d6ff463829de31" providerId="LiveId" clId="{8155BA26-39F8-4BA1-BE03-FF04B3A90F7F}" dt="2024-05-11T08:30:50.522" v="253" actId="571"/>
          <ac:spMkLst>
            <pc:docMk/>
            <pc:sldMk cId="0" sldId="257"/>
            <ac:spMk id="11" creationId="{D0490B95-5F76-2D61-E132-E1FC304309FB}"/>
          </ac:spMkLst>
        </pc:spChg>
        <pc:spChg chg="add del mod">
          <ac:chgData name="Guillaume Tricknot" userId="f9d6ff463829de31" providerId="LiveId" clId="{8155BA26-39F8-4BA1-BE03-FF04B3A90F7F}" dt="2024-05-11T08:36:54.528" v="425" actId="478"/>
          <ac:spMkLst>
            <pc:docMk/>
            <pc:sldMk cId="0" sldId="257"/>
            <ac:spMk id="12" creationId="{BE692FF5-6310-4DCB-E442-9844EAE0A400}"/>
          </ac:spMkLst>
        </pc:spChg>
        <pc:spChg chg="add del mod">
          <ac:chgData name="Guillaume Tricknot" userId="f9d6ff463829de31" providerId="LiveId" clId="{8155BA26-39F8-4BA1-BE03-FF04B3A90F7F}" dt="2024-05-11T08:37:04.741" v="438" actId="478"/>
          <ac:spMkLst>
            <pc:docMk/>
            <pc:sldMk cId="0" sldId="257"/>
            <ac:spMk id="13" creationId="{2AB83443-E87E-AE99-1020-4336097B6D4D}"/>
          </ac:spMkLst>
        </pc:spChg>
        <pc:spChg chg="add del mod">
          <ac:chgData name="Guillaume Tricknot" userId="f9d6ff463829de31" providerId="LiveId" clId="{8155BA26-39F8-4BA1-BE03-FF04B3A90F7F}" dt="2024-05-11T08:37:40.628" v="507" actId="478"/>
          <ac:spMkLst>
            <pc:docMk/>
            <pc:sldMk cId="0" sldId="257"/>
            <ac:spMk id="14" creationId="{5411CD84-60B6-D8DD-7AD8-D1D13C7627A8}"/>
          </ac:spMkLst>
        </pc:spChg>
        <pc:spChg chg="add del mod">
          <ac:chgData name="Guillaume Tricknot" userId="f9d6ff463829de31" providerId="LiveId" clId="{8155BA26-39F8-4BA1-BE03-FF04B3A90F7F}" dt="2024-05-11T08:37:39.358" v="506" actId="478"/>
          <ac:spMkLst>
            <pc:docMk/>
            <pc:sldMk cId="0" sldId="257"/>
            <ac:spMk id="15" creationId="{00A22B46-2247-A1A1-0521-F5ED0DEA5B0E}"/>
          </ac:spMkLst>
        </pc:spChg>
        <pc:spChg chg="add del mod">
          <ac:chgData name="Guillaume Tricknot" userId="f9d6ff463829de31" providerId="LiveId" clId="{8155BA26-39F8-4BA1-BE03-FF04B3A90F7F}" dt="2024-05-11T08:37:37.865" v="505" actId="478"/>
          <ac:spMkLst>
            <pc:docMk/>
            <pc:sldMk cId="0" sldId="257"/>
            <ac:spMk id="16" creationId="{43F18BE8-318B-7A1D-7A3E-E38393E88CC5}"/>
          </ac:spMkLst>
        </pc:spChg>
        <pc:spChg chg="add mod">
          <ac:chgData name="Guillaume Tricknot" userId="f9d6ff463829de31" providerId="LiveId" clId="{8155BA26-39F8-4BA1-BE03-FF04B3A90F7F}" dt="2024-05-11T08:36:57.069" v="426" actId="1076"/>
          <ac:spMkLst>
            <pc:docMk/>
            <pc:sldMk cId="0" sldId="257"/>
            <ac:spMk id="17" creationId="{4BAFF27C-05B8-5D36-7BC9-76506A6F391B}"/>
          </ac:spMkLst>
        </pc:spChg>
        <pc:spChg chg="add del mod">
          <ac:chgData name="Guillaume Tricknot" userId="f9d6ff463829de31" providerId="LiveId" clId="{8155BA26-39F8-4BA1-BE03-FF04B3A90F7F}" dt="2024-05-11T08:43:15.466" v="572" actId="478"/>
          <ac:spMkLst>
            <pc:docMk/>
            <pc:sldMk cId="0" sldId="257"/>
            <ac:spMk id="18" creationId="{AB587E66-E430-FAA6-06FB-1899D925333A}"/>
          </ac:spMkLst>
        </pc:spChg>
        <pc:spChg chg="add mod">
          <ac:chgData name="Guillaume Tricknot" userId="f9d6ff463829de31" providerId="LiveId" clId="{8155BA26-39F8-4BA1-BE03-FF04B3A90F7F}" dt="2024-05-11T08:43:53.782" v="585" actId="1076"/>
          <ac:spMkLst>
            <pc:docMk/>
            <pc:sldMk cId="0" sldId="257"/>
            <ac:spMk id="19" creationId="{E678D350-0752-1FF3-EC2A-40C45E7D6014}"/>
          </ac:spMkLst>
        </pc:spChg>
        <pc:spChg chg="add mod">
          <ac:chgData name="Guillaume Tricknot" userId="f9d6ff463829de31" providerId="LiveId" clId="{8155BA26-39F8-4BA1-BE03-FF04B3A90F7F}" dt="2024-05-11T08:43:39.314" v="580" actId="1076"/>
          <ac:spMkLst>
            <pc:docMk/>
            <pc:sldMk cId="0" sldId="257"/>
            <ac:spMk id="20" creationId="{CBD671DE-710B-CA1F-824A-2EB21DF6B73A}"/>
          </ac:spMkLst>
        </pc:spChg>
        <pc:spChg chg="add mod">
          <ac:chgData name="Guillaume Tricknot" userId="f9d6ff463829de31" providerId="LiveId" clId="{8155BA26-39F8-4BA1-BE03-FF04B3A90F7F}" dt="2024-05-11T08:43:48.140" v="583" actId="1076"/>
          <ac:spMkLst>
            <pc:docMk/>
            <pc:sldMk cId="0" sldId="257"/>
            <ac:spMk id="21" creationId="{D6BDE691-41DF-C1E2-FD90-C8CAE2CD9361}"/>
          </ac:spMkLst>
        </pc:spChg>
        <pc:spChg chg="add mod">
          <ac:chgData name="Guillaume Tricknot" userId="f9d6ff463829de31" providerId="LiveId" clId="{8155BA26-39F8-4BA1-BE03-FF04B3A90F7F}" dt="2024-05-11T08:43:51.790" v="584" actId="1076"/>
          <ac:spMkLst>
            <pc:docMk/>
            <pc:sldMk cId="0" sldId="257"/>
            <ac:spMk id="22" creationId="{E0C1FDEB-AFA3-1171-8724-39F2DE74C5FF}"/>
          </ac:spMkLst>
        </pc:spChg>
        <pc:spChg chg="add mod">
          <ac:chgData name="Guillaume Tricknot" userId="f9d6ff463829de31" providerId="LiveId" clId="{8155BA26-39F8-4BA1-BE03-FF04B3A90F7F}" dt="2024-05-11T08:43:36.774" v="579" actId="1076"/>
          <ac:spMkLst>
            <pc:docMk/>
            <pc:sldMk cId="0" sldId="257"/>
            <ac:spMk id="23" creationId="{8FA115AF-1B36-EFA0-50D0-E18A2AC0544A}"/>
          </ac:spMkLst>
        </pc:spChg>
        <pc:spChg chg="add mod">
          <ac:chgData name="Guillaume Tricknot" userId="f9d6ff463829de31" providerId="LiveId" clId="{8155BA26-39F8-4BA1-BE03-FF04B3A90F7F}" dt="2024-05-11T08:43:45.390" v="582" actId="1076"/>
          <ac:spMkLst>
            <pc:docMk/>
            <pc:sldMk cId="0" sldId="257"/>
            <ac:spMk id="24" creationId="{CAC22E40-63D4-1FE2-C791-83E65C3E0E7F}"/>
          </ac:spMkLst>
        </pc:spChg>
        <pc:spChg chg="add mod">
          <ac:chgData name="Guillaume Tricknot" userId="f9d6ff463829de31" providerId="LiveId" clId="{8155BA26-39F8-4BA1-BE03-FF04B3A90F7F}" dt="2024-05-11T08:43:43.378" v="581" actId="1076"/>
          <ac:spMkLst>
            <pc:docMk/>
            <pc:sldMk cId="0" sldId="257"/>
            <ac:spMk id="25" creationId="{5EC52809-5D07-1A47-4471-C83365F33FAE}"/>
          </ac:spMkLst>
        </pc:spChg>
        <pc:spChg chg="add mod">
          <ac:chgData name="Guillaume Tricknot" userId="f9d6ff463829de31" providerId="LiveId" clId="{8155BA26-39F8-4BA1-BE03-FF04B3A90F7F}" dt="2024-05-11T08:44:03.371" v="600" actId="20577"/>
          <ac:spMkLst>
            <pc:docMk/>
            <pc:sldMk cId="0" sldId="257"/>
            <ac:spMk id="26" creationId="{46A3E717-FEBE-7C86-87A4-CE90DEBEDD04}"/>
          </ac:spMkLst>
        </pc:spChg>
        <pc:spChg chg="del mod">
          <ac:chgData name="Guillaume Tricknot" userId="f9d6ff463829de31" providerId="LiveId" clId="{8155BA26-39F8-4BA1-BE03-FF04B3A90F7F}" dt="2024-05-11T08:29:50.021" v="232" actId="478"/>
          <ac:spMkLst>
            <pc:docMk/>
            <pc:sldMk cId="0" sldId="257"/>
            <ac:spMk id="412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19:26.269" v="152" actId="20577"/>
          <ac:spMkLst>
            <pc:docMk/>
            <pc:sldMk cId="0" sldId="257"/>
            <ac:spMk id="414" creationId="{00000000-0000-0000-0000-000000000000}"/>
          </ac:spMkLst>
        </pc:spChg>
      </pc:sldChg>
      <pc:sldChg chg="del">
        <pc:chgData name="Guillaume Tricknot" userId="f9d6ff463829de31" providerId="LiveId" clId="{8155BA26-39F8-4BA1-BE03-FF04B3A90F7F}" dt="2024-05-11T08:40:01.240" v="528" actId="47"/>
        <pc:sldMkLst>
          <pc:docMk/>
          <pc:sldMk cId="0" sldId="259"/>
        </pc:sldMkLst>
      </pc:sldChg>
      <pc:sldChg chg="del">
        <pc:chgData name="Guillaume Tricknot" userId="f9d6ff463829de31" providerId="LiveId" clId="{8155BA26-39F8-4BA1-BE03-FF04B3A90F7F}" dt="2024-05-11T08:40:08.098" v="529" actId="47"/>
        <pc:sldMkLst>
          <pc:docMk/>
          <pc:sldMk cId="0" sldId="260"/>
        </pc:sldMkLst>
      </pc:sldChg>
      <pc:sldChg chg="add del">
        <pc:chgData name="Guillaume Tricknot" userId="f9d6ff463829de31" providerId="LiveId" clId="{8155BA26-39F8-4BA1-BE03-FF04B3A90F7F}" dt="2024-05-11T08:41:10.889" v="541" actId="47"/>
        <pc:sldMkLst>
          <pc:docMk/>
          <pc:sldMk cId="0" sldId="261"/>
        </pc:sldMkLst>
      </pc:sldChg>
      <pc:sldChg chg="addSp delSp modSp mod">
        <pc:chgData name="Guillaume Tricknot" userId="f9d6ff463829de31" providerId="LiveId" clId="{8155BA26-39F8-4BA1-BE03-FF04B3A90F7F}" dt="2024-05-11T08:55:11.306" v="649" actId="1076"/>
        <pc:sldMkLst>
          <pc:docMk/>
          <pc:sldMk cId="0" sldId="262"/>
        </pc:sldMkLst>
        <pc:spChg chg="add">
          <ac:chgData name="Guillaume Tricknot" userId="f9d6ff463829de31" providerId="LiveId" clId="{8155BA26-39F8-4BA1-BE03-FF04B3A90F7F}" dt="2024-05-11T08:42:19.158" v="542" actId="22"/>
          <ac:spMkLst>
            <pc:docMk/>
            <pc:sldMk cId="0" sldId="262"/>
            <ac:spMk id="3" creationId="{EFE5411B-1C36-99E4-B19C-5B5F6EBB4CFB}"/>
          </ac:spMkLst>
        </pc:spChg>
        <pc:spChg chg="add">
          <ac:chgData name="Guillaume Tricknot" userId="f9d6ff463829de31" providerId="LiveId" clId="{8155BA26-39F8-4BA1-BE03-FF04B3A90F7F}" dt="2024-05-11T08:42:21.603" v="543" actId="22"/>
          <ac:spMkLst>
            <pc:docMk/>
            <pc:sldMk cId="0" sldId="262"/>
            <ac:spMk id="5" creationId="{768CDFD9-EDB1-93A1-F367-3F445F934B60}"/>
          </ac:spMkLst>
        </pc:spChg>
        <pc:spChg chg="add 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8" creationId="{98992166-5DAB-42AD-2C5C-05191691AB49}"/>
          </ac:spMkLst>
        </pc:spChg>
        <pc:spChg chg="del">
          <ac:chgData name="Guillaume Tricknot" userId="f9d6ff463829de31" providerId="LiveId" clId="{8155BA26-39F8-4BA1-BE03-FF04B3A90F7F}" dt="2024-05-11T08:55:00.289" v="646" actId="478"/>
          <ac:spMkLst>
            <pc:docMk/>
            <pc:sldMk cId="0" sldId="262"/>
            <ac:spMk id="475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477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8:55:01.652" v="647" actId="478"/>
          <ac:spMkLst>
            <pc:docMk/>
            <pc:sldMk cId="0" sldId="262"/>
            <ac:spMk id="478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479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8:55:03.585" v="648" actId="478"/>
          <ac:spMkLst>
            <pc:docMk/>
            <pc:sldMk cId="0" sldId="262"/>
            <ac:spMk id="480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481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503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504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8:55:11.306" v="649" actId="1076"/>
          <ac:spMkLst>
            <pc:docMk/>
            <pc:sldMk cId="0" sldId="262"/>
            <ac:spMk id="505" creationId="{00000000-0000-0000-0000-000000000000}"/>
          </ac:spMkLst>
        </pc:spChg>
        <pc:grpChg chg="del">
          <ac:chgData name="Guillaume Tricknot" userId="f9d6ff463829de31" providerId="LiveId" clId="{8155BA26-39F8-4BA1-BE03-FF04B3A90F7F}" dt="2024-05-11T08:52:53.883" v="625" actId="478"/>
          <ac:grpSpMkLst>
            <pc:docMk/>
            <pc:sldMk cId="0" sldId="262"/>
            <ac:grpSpMk id="482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08:54:05.398" v="638" actId="478"/>
          <ac:grpSpMkLst>
            <pc:docMk/>
            <pc:sldMk cId="0" sldId="262"/>
            <ac:grpSpMk id="491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08:51:38.570" v="612" actId="478"/>
          <ac:grpSpMkLst>
            <pc:docMk/>
            <pc:sldMk cId="0" sldId="262"/>
            <ac:grpSpMk id="497" creationId="{00000000-0000-0000-0000-000000000000}"/>
          </ac:grpSpMkLst>
        </pc:grpChg>
        <pc:picChg chg="add mod">
          <ac:chgData name="Guillaume Tricknot" userId="f9d6ff463829de31" providerId="LiveId" clId="{8155BA26-39F8-4BA1-BE03-FF04B3A90F7F}" dt="2024-05-11T08:55:11.306" v="649" actId="1076"/>
          <ac:picMkLst>
            <pc:docMk/>
            <pc:sldMk cId="0" sldId="262"/>
            <ac:picMk id="7" creationId="{D2F530C7-B203-825D-9916-0A4EC4510D91}"/>
          </ac:picMkLst>
        </pc:picChg>
        <pc:picChg chg="add del mod">
          <ac:chgData name="Guillaume Tricknot" userId="f9d6ff463829de31" providerId="LiveId" clId="{8155BA26-39F8-4BA1-BE03-FF04B3A90F7F}" dt="2024-05-11T08:51:33.894" v="609" actId="478"/>
          <ac:picMkLst>
            <pc:docMk/>
            <pc:sldMk cId="0" sldId="262"/>
            <ac:picMk id="2050" creationId="{06E156F8-BAFA-F0E1-3129-ABF2B3656B43}"/>
          </ac:picMkLst>
        </pc:picChg>
        <pc:picChg chg="add mod">
          <ac:chgData name="Guillaume Tricknot" userId="f9d6ff463829de31" providerId="LiveId" clId="{8155BA26-39F8-4BA1-BE03-FF04B3A90F7F}" dt="2024-05-11T08:55:11.306" v="649" actId="1076"/>
          <ac:picMkLst>
            <pc:docMk/>
            <pc:sldMk cId="0" sldId="262"/>
            <ac:picMk id="2052" creationId="{05114B22-EBDC-6A13-6FE2-A0DBEC0E4191}"/>
          </ac:picMkLst>
        </pc:picChg>
        <pc:picChg chg="add">
          <ac:chgData name="Guillaume Tricknot" userId="f9d6ff463829de31" providerId="LiveId" clId="{8155BA26-39F8-4BA1-BE03-FF04B3A90F7F}" dt="2024-05-11T08:54:06.737" v="639"/>
          <ac:picMkLst>
            <pc:docMk/>
            <pc:sldMk cId="0" sldId="262"/>
            <ac:picMk id="2054" creationId="{19E0B275-10BD-B226-48BC-C6327589F91C}"/>
          </ac:picMkLst>
        </pc:picChg>
      </pc:sldChg>
      <pc:sldChg chg="modSp mod">
        <pc:chgData name="Guillaume Tricknot" userId="f9d6ff463829de31" providerId="LiveId" clId="{8155BA26-39F8-4BA1-BE03-FF04B3A90F7F}" dt="2024-05-11T09:21:49.467" v="1167" actId="20577"/>
        <pc:sldMkLst>
          <pc:docMk/>
          <pc:sldMk cId="0" sldId="265"/>
        </pc:sldMkLst>
        <pc:spChg chg="mod">
          <ac:chgData name="Guillaume Tricknot" userId="f9d6ff463829de31" providerId="LiveId" clId="{8155BA26-39F8-4BA1-BE03-FF04B3A90F7F}" dt="2024-05-11T09:20:57.845" v="1121" actId="20577"/>
          <ac:spMkLst>
            <pc:docMk/>
            <pc:sldMk cId="0" sldId="265"/>
            <ac:spMk id="548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21:22.521" v="1148" actId="14100"/>
          <ac:spMkLst>
            <pc:docMk/>
            <pc:sldMk cId="0" sldId="265"/>
            <ac:spMk id="551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21:49.467" v="1167" actId="20577"/>
          <ac:spMkLst>
            <pc:docMk/>
            <pc:sldMk cId="0" sldId="265"/>
            <ac:spMk id="553" creationId="{00000000-0000-0000-0000-000000000000}"/>
          </ac:spMkLst>
        </pc:spChg>
      </pc:sldChg>
      <pc:sldChg chg="modSp mod">
        <pc:chgData name="Guillaume Tricknot" userId="f9d6ff463829de31" providerId="LiveId" clId="{8155BA26-39F8-4BA1-BE03-FF04B3A90F7F}" dt="2024-05-11T09:22:51.296" v="1193" actId="20577"/>
        <pc:sldMkLst>
          <pc:docMk/>
          <pc:sldMk cId="0" sldId="271"/>
        </pc:sldMkLst>
        <pc:spChg chg="mod">
          <ac:chgData name="Guillaume Tricknot" userId="f9d6ff463829de31" providerId="LiveId" clId="{8155BA26-39F8-4BA1-BE03-FF04B3A90F7F}" dt="2024-05-11T09:22:51.296" v="1193" actId="20577"/>
          <ac:spMkLst>
            <pc:docMk/>
            <pc:sldMk cId="0" sldId="271"/>
            <ac:spMk id="677" creationId="{00000000-0000-0000-0000-000000000000}"/>
          </ac:spMkLst>
        </pc:spChg>
      </pc:sldChg>
      <pc:sldChg chg="delSp modSp mod">
        <pc:chgData name="Guillaume Tricknot" userId="f9d6ff463829de31" providerId="LiveId" clId="{8155BA26-39F8-4BA1-BE03-FF04B3A90F7F}" dt="2024-05-11T09:09:09.534" v="914" actId="20577"/>
        <pc:sldMkLst>
          <pc:docMk/>
          <pc:sldMk cId="0" sldId="272"/>
        </pc:sldMkLst>
        <pc:spChg chg="mod">
          <ac:chgData name="Guillaume Tricknot" userId="f9d6ff463829de31" providerId="LiveId" clId="{8155BA26-39F8-4BA1-BE03-FF04B3A90F7F}" dt="2024-05-11T09:07:44.593" v="758" actId="20577"/>
          <ac:spMkLst>
            <pc:docMk/>
            <pc:sldMk cId="0" sldId="272"/>
            <ac:spMk id="691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08:21.098" v="829" actId="20577"/>
          <ac:spMkLst>
            <pc:docMk/>
            <pc:sldMk cId="0" sldId="272"/>
            <ac:spMk id="692" creationId="{00000000-0000-0000-0000-000000000000}"/>
          </ac:spMkLst>
        </pc:spChg>
        <pc:spChg chg="del mod">
          <ac:chgData name="Guillaume Tricknot" userId="f9d6ff463829de31" providerId="LiveId" clId="{8155BA26-39F8-4BA1-BE03-FF04B3A90F7F}" dt="2024-05-11T09:08:10.615" v="795" actId="478"/>
          <ac:spMkLst>
            <pc:docMk/>
            <pc:sldMk cId="0" sldId="272"/>
            <ac:spMk id="693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08:40.460" v="876" actId="14100"/>
          <ac:spMkLst>
            <pc:docMk/>
            <pc:sldMk cId="0" sldId="272"/>
            <ac:spMk id="694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08:24.802" v="830" actId="478"/>
          <ac:spMkLst>
            <pc:docMk/>
            <pc:sldMk cId="0" sldId="272"/>
            <ac:spMk id="695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08:56.704" v="893" actId="20577"/>
          <ac:spMkLst>
            <pc:docMk/>
            <pc:sldMk cId="0" sldId="272"/>
            <ac:spMk id="696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08:43.966" v="877" actId="478"/>
          <ac:spMkLst>
            <pc:docMk/>
            <pc:sldMk cId="0" sldId="272"/>
            <ac:spMk id="697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09:09.534" v="914" actId="20577"/>
          <ac:spMkLst>
            <pc:docMk/>
            <pc:sldMk cId="0" sldId="272"/>
            <ac:spMk id="698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08:59.446" v="894" actId="478"/>
          <ac:spMkLst>
            <pc:docMk/>
            <pc:sldMk cId="0" sldId="272"/>
            <ac:spMk id="699" creationId="{00000000-0000-0000-0000-000000000000}"/>
          </ac:spMkLst>
        </pc:spChg>
        <pc:cxnChg chg="mod">
          <ac:chgData name="Guillaume Tricknot" userId="f9d6ff463829de31" providerId="LiveId" clId="{8155BA26-39F8-4BA1-BE03-FF04B3A90F7F}" dt="2024-05-11T09:08:10.615" v="795" actId="478"/>
          <ac:cxnSpMkLst>
            <pc:docMk/>
            <pc:sldMk cId="0" sldId="272"/>
            <ac:cxnSpMk id="707" creationId="{00000000-0000-0000-0000-000000000000}"/>
          </ac:cxnSpMkLst>
        </pc:cxnChg>
        <pc:cxnChg chg="mod">
          <ac:chgData name="Guillaume Tricknot" userId="f9d6ff463829de31" providerId="LiveId" clId="{8155BA26-39F8-4BA1-BE03-FF04B3A90F7F}" dt="2024-05-11T09:08:24.802" v="830" actId="478"/>
          <ac:cxnSpMkLst>
            <pc:docMk/>
            <pc:sldMk cId="0" sldId="272"/>
            <ac:cxnSpMk id="708" creationId="{00000000-0000-0000-0000-000000000000}"/>
          </ac:cxnSpMkLst>
        </pc:cxnChg>
        <pc:cxnChg chg="mod">
          <ac:chgData name="Guillaume Tricknot" userId="f9d6ff463829de31" providerId="LiveId" clId="{8155BA26-39F8-4BA1-BE03-FF04B3A90F7F}" dt="2024-05-11T09:08:43.966" v="877" actId="478"/>
          <ac:cxnSpMkLst>
            <pc:docMk/>
            <pc:sldMk cId="0" sldId="272"/>
            <ac:cxnSpMk id="709" creationId="{00000000-0000-0000-0000-000000000000}"/>
          </ac:cxnSpMkLst>
        </pc:cxnChg>
        <pc:cxnChg chg="mod">
          <ac:chgData name="Guillaume Tricknot" userId="f9d6ff463829de31" providerId="LiveId" clId="{8155BA26-39F8-4BA1-BE03-FF04B3A90F7F}" dt="2024-05-11T09:08:59.446" v="894" actId="478"/>
          <ac:cxnSpMkLst>
            <pc:docMk/>
            <pc:sldMk cId="0" sldId="272"/>
            <ac:cxnSpMk id="710" creationId="{00000000-0000-0000-0000-000000000000}"/>
          </ac:cxnSpMkLst>
        </pc:cxnChg>
      </pc:sldChg>
      <pc:sldChg chg="delSp modSp mod">
        <pc:chgData name="Guillaume Tricknot" userId="f9d6ff463829de31" providerId="LiveId" clId="{8155BA26-39F8-4BA1-BE03-FF04B3A90F7F}" dt="2024-05-11T09:10:53.738" v="1058" actId="20577"/>
        <pc:sldMkLst>
          <pc:docMk/>
          <pc:sldMk cId="0" sldId="273"/>
        </pc:sldMkLst>
        <pc:spChg chg="mod">
          <ac:chgData name="Guillaume Tricknot" userId="f9d6ff463829de31" providerId="LiveId" clId="{8155BA26-39F8-4BA1-BE03-FF04B3A90F7F}" dt="2024-05-11T09:09:50.439" v="951" actId="20577"/>
          <ac:spMkLst>
            <pc:docMk/>
            <pc:sldMk cId="0" sldId="273"/>
            <ac:spMk id="717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09:26.332" v="932" actId="478"/>
          <ac:spMkLst>
            <pc:docMk/>
            <pc:sldMk cId="0" sldId="273"/>
            <ac:spMk id="718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10:09.028" v="976" actId="20577"/>
          <ac:spMkLst>
            <pc:docMk/>
            <pc:sldMk cId="0" sldId="273"/>
            <ac:spMk id="719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09:54.992" v="952" actId="478"/>
          <ac:spMkLst>
            <pc:docMk/>
            <pc:sldMk cId="0" sldId="273"/>
            <ac:spMk id="720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10:32.006" v="1030" actId="1076"/>
          <ac:spMkLst>
            <pc:docMk/>
            <pc:sldMk cId="0" sldId="273"/>
            <ac:spMk id="721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10:15.018" v="977" actId="478"/>
          <ac:spMkLst>
            <pc:docMk/>
            <pc:sldMk cId="0" sldId="273"/>
            <ac:spMk id="722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10:53.738" v="1058" actId="20577"/>
          <ac:spMkLst>
            <pc:docMk/>
            <pc:sldMk cId="0" sldId="273"/>
            <ac:spMk id="723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10:37.581" v="1031" actId="478"/>
          <ac:spMkLst>
            <pc:docMk/>
            <pc:sldMk cId="0" sldId="273"/>
            <ac:spMk id="724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09:09:19.829" v="931" actId="20577"/>
          <ac:spMkLst>
            <pc:docMk/>
            <pc:sldMk cId="0" sldId="273"/>
            <ac:spMk id="725" creationId="{00000000-0000-0000-0000-000000000000}"/>
          </ac:spMkLst>
        </pc:spChg>
        <pc:cxnChg chg="mod">
          <ac:chgData name="Guillaume Tricknot" userId="f9d6ff463829de31" providerId="LiveId" clId="{8155BA26-39F8-4BA1-BE03-FF04B3A90F7F}" dt="2024-05-11T09:09:26.332" v="932" actId="478"/>
          <ac:cxnSpMkLst>
            <pc:docMk/>
            <pc:sldMk cId="0" sldId="273"/>
            <ac:cxnSpMk id="733" creationId="{00000000-0000-0000-0000-000000000000}"/>
          </ac:cxnSpMkLst>
        </pc:cxnChg>
        <pc:cxnChg chg="mod">
          <ac:chgData name="Guillaume Tricknot" userId="f9d6ff463829de31" providerId="LiveId" clId="{8155BA26-39F8-4BA1-BE03-FF04B3A90F7F}" dt="2024-05-11T09:09:54.992" v="952" actId="478"/>
          <ac:cxnSpMkLst>
            <pc:docMk/>
            <pc:sldMk cId="0" sldId="273"/>
            <ac:cxnSpMk id="734" creationId="{00000000-0000-0000-0000-000000000000}"/>
          </ac:cxnSpMkLst>
        </pc:cxnChg>
        <pc:cxnChg chg="mod">
          <ac:chgData name="Guillaume Tricknot" userId="f9d6ff463829de31" providerId="LiveId" clId="{8155BA26-39F8-4BA1-BE03-FF04B3A90F7F}" dt="2024-05-11T09:10:15.018" v="977" actId="478"/>
          <ac:cxnSpMkLst>
            <pc:docMk/>
            <pc:sldMk cId="0" sldId="273"/>
            <ac:cxnSpMk id="735" creationId="{00000000-0000-0000-0000-000000000000}"/>
          </ac:cxnSpMkLst>
        </pc:cxnChg>
        <pc:cxnChg chg="mod">
          <ac:chgData name="Guillaume Tricknot" userId="f9d6ff463829de31" providerId="LiveId" clId="{8155BA26-39F8-4BA1-BE03-FF04B3A90F7F}" dt="2024-05-11T09:10:37.581" v="1031" actId="478"/>
          <ac:cxnSpMkLst>
            <pc:docMk/>
            <pc:sldMk cId="0" sldId="273"/>
            <ac:cxnSpMk id="736" creationId="{00000000-0000-0000-0000-000000000000}"/>
          </ac:cxnSpMkLst>
        </pc:cxnChg>
      </pc:sldChg>
      <pc:sldChg chg="addSp delSp modSp add mod">
        <pc:chgData name="Guillaume Tricknot" userId="f9d6ff463829de31" providerId="LiveId" clId="{8155BA26-39F8-4BA1-BE03-FF04B3A90F7F}" dt="2024-05-12T08:41:21.703" v="2001" actId="1076"/>
        <pc:sldMkLst>
          <pc:docMk/>
          <pc:sldMk cId="1697766600" sldId="313"/>
        </pc:sldMkLst>
        <pc:spChg chg="add del">
          <ac:chgData name="Guillaume Tricknot" userId="f9d6ff463829de31" providerId="LiveId" clId="{8155BA26-39F8-4BA1-BE03-FF04B3A90F7F}" dt="2024-05-12T07:31:18.765" v="1929" actId="22"/>
          <ac:spMkLst>
            <pc:docMk/>
            <pc:sldMk cId="1697766600" sldId="313"/>
            <ac:spMk id="3" creationId="{4E2B9D92-B915-E039-C940-59F6EE04626B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3" creationId="{EFE5411B-1C36-99E4-B19C-5B5F6EBB4CFB}"/>
          </ac:spMkLst>
        </pc:spChg>
        <pc:spChg chg="add del mod">
          <ac:chgData name="Guillaume Tricknot" userId="f9d6ff463829de31" providerId="LiveId" clId="{8155BA26-39F8-4BA1-BE03-FF04B3A90F7F}" dt="2024-05-11T09:23:23.009" v="1197" actId="478"/>
          <ac:spMkLst>
            <pc:docMk/>
            <pc:sldMk cId="1697766600" sldId="313"/>
            <ac:spMk id="4" creationId="{26E22F8F-D033-2A97-D6D5-FFFEA6FF248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5" creationId="{768CDFD9-EDB1-93A1-F367-3F445F934B60}"/>
          </ac:spMkLst>
        </pc:spChg>
        <pc:spChg chg="add del mod">
          <ac:chgData name="Guillaume Tricknot" userId="f9d6ff463829de31" providerId="LiveId" clId="{8155BA26-39F8-4BA1-BE03-FF04B3A90F7F}" dt="2024-05-11T09:23:20.362" v="1195" actId="478"/>
          <ac:spMkLst>
            <pc:docMk/>
            <pc:sldMk cId="1697766600" sldId="313"/>
            <ac:spMk id="7" creationId="{65E9A532-27D0-CBC5-EC7A-B4370B54F222}"/>
          </ac:spMkLst>
        </pc:spChg>
        <pc:spChg chg="add del">
          <ac:chgData name="Guillaume Tricknot" userId="f9d6ff463829de31" providerId="LiveId" clId="{8155BA26-39F8-4BA1-BE03-FF04B3A90F7F}" dt="2024-05-12T07:45:09.783" v="1942" actId="22"/>
          <ac:spMkLst>
            <pc:docMk/>
            <pc:sldMk cId="1697766600" sldId="313"/>
            <ac:spMk id="8" creationId="{2B614E5A-A8A9-0DAD-757A-17F99EE44CB8}"/>
          </ac:spMkLst>
        </pc:spChg>
        <pc:spChg chg="add del mod">
          <ac:chgData name="Guillaume Tricknot" userId="f9d6ff463829de31" providerId="LiveId" clId="{8155BA26-39F8-4BA1-BE03-FF04B3A90F7F}" dt="2024-05-11T09:23:21.771" v="1196" actId="478"/>
          <ac:spMkLst>
            <pc:docMk/>
            <pc:sldMk cId="1697766600" sldId="313"/>
            <ac:spMk id="9" creationId="{41A9FE96-02E7-FB61-8098-9D1BF7FA4E69}"/>
          </ac:spMkLst>
        </pc:spChg>
        <pc:spChg chg="add del mod">
          <ac:chgData name="Guillaume Tricknot" userId="f9d6ff463829de31" providerId="LiveId" clId="{8155BA26-39F8-4BA1-BE03-FF04B3A90F7F}" dt="2024-05-11T09:23:27.785" v="1200" actId="478"/>
          <ac:spMkLst>
            <pc:docMk/>
            <pc:sldMk cId="1697766600" sldId="313"/>
            <ac:spMk id="11" creationId="{6CD271F1-B490-99CF-BA8F-8F2DB9DADB74}"/>
          </ac:spMkLst>
        </pc:spChg>
        <pc:spChg chg="add mod">
          <ac:chgData name="Guillaume Tricknot" userId="f9d6ff463829de31" providerId="LiveId" clId="{8155BA26-39F8-4BA1-BE03-FF04B3A90F7F}" dt="2024-05-11T09:23:58.068" v="1224" actId="1076"/>
          <ac:spMkLst>
            <pc:docMk/>
            <pc:sldMk cId="1697766600" sldId="313"/>
            <ac:spMk id="12" creationId="{DA767B38-2538-665E-F2B9-A17356B70EEC}"/>
          </ac:spMkLst>
        </pc:spChg>
        <pc:spChg chg="add del">
          <ac:chgData name="Guillaume Tricknot" userId="f9d6ff463829de31" providerId="LiveId" clId="{8155BA26-39F8-4BA1-BE03-FF04B3A90F7F}" dt="2024-05-12T07:49:50.895" v="1954" actId="22"/>
          <ac:spMkLst>
            <pc:docMk/>
            <pc:sldMk cId="1697766600" sldId="313"/>
            <ac:spMk id="15" creationId="{6FC66C77-2EB7-487E-8E7E-93756E1F3B8B}"/>
          </ac:spMkLst>
        </pc:spChg>
        <pc:spChg chg="add mod">
          <ac:chgData name="Guillaume Tricknot" userId="f9d6ff463829de31" providerId="LiveId" clId="{8155BA26-39F8-4BA1-BE03-FF04B3A90F7F}" dt="2024-05-12T08:41:21.703" v="2001" actId="1076"/>
          <ac:spMkLst>
            <pc:docMk/>
            <pc:sldMk cId="1697766600" sldId="313"/>
            <ac:spMk id="19" creationId="{0173FA0C-779D-B228-F1DD-E14202015BEF}"/>
          </ac:spMkLst>
        </pc:spChg>
        <pc:spChg chg="mod">
          <ac:chgData name="Guillaume Tricknot" userId="f9d6ff463829de31" providerId="LiveId" clId="{8155BA26-39F8-4BA1-BE03-FF04B3A90F7F}" dt="2024-05-11T08:42:40.548" v="570" actId="20577"/>
          <ac:spMkLst>
            <pc:docMk/>
            <pc:sldMk cId="1697766600" sldId="313"/>
            <ac:spMk id="474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475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477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478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479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24.740" v="1198" actId="478"/>
          <ac:spMkLst>
            <pc:docMk/>
            <pc:sldMk cId="1697766600" sldId="313"/>
            <ac:spMk id="480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26.057" v="1199" actId="478"/>
          <ac:spMkLst>
            <pc:docMk/>
            <pc:sldMk cId="1697766600" sldId="313"/>
            <ac:spMk id="481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503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504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9:23:18.373" v="1194" actId="478"/>
          <ac:spMkLst>
            <pc:docMk/>
            <pc:sldMk cId="1697766600" sldId="313"/>
            <ac:spMk id="505" creationId="{00000000-0000-0000-0000-000000000000}"/>
          </ac:spMkLst>
        </pc:spChg>
        <pc:grpChg chg="del">
          <ac:chgData name="Guillaume Tricknot" userId="f9d6ff463829de31" providerId="LiveId" clId="{8155BA26-39F8-4BA1-BE03-FF04B3A90F7F}" dt="2024-05-11T09:23:18.373" v="1194" actId="478"/>
          <ac:grpSpMkLst>
            <pc:docMk/>
            <pc:sldMk cId="1697766600" sldId="313"/>
            <ac:grpSpMk id="482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09:23:18.373" v="1194" actId="478"/>
          <ac:grpSpMkLst>
            <pc:docMk/>
            <pc:sldMk cId="1697766600" sldId="313"/>
            <ac:grpSpMk id="491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09:23:18.373" v="1194" actId="478"/>
          <ac:grpSpMkLst>
            <pc:docMk/>
            <pc:sldMk cId="1697766600" sldId="313"/>
            <ac:grpSpMk id="497" creationId="{00000000-0000-0000-0000-000000000000}"/>
          </ac:grpSpMkLst>
        </pc:grpChg>
        <pc:graphicFrameChg chg="add mod">
          <ac:chgData name="Guillaume Tricknot" userId="f9d6ff463829de31" providerId="LiveId" clId="{8155BA26-39F8-4BA1-BE03-FF04B3A90F7F}" dt="2024-05-12T07:44:53.716" v="1940"/>
          <ac:graphicFrameMkLst>
            <pc:docMk/>
            <pc:sldMk cId="1697766600" sldId="313"/>
            <ac:graphicFrameMk id="6" creationId="{36B1814C-1C24-9350-39B8-3273BB7CB435}"/>
          </ac:graphicFrameMkLst>
        </pc:graphicFrameChg>
        <pc:picChg chg="add del mod">
          <ac:chgData name="Guillaume Tricknot" userId="f9d6ff463829de31" providerId="LiveId" clId="{8155BA26-39F8-4BA1-BE03-FF04B3A90F7F}" dt="2024-05-12T07:31:34.400" v="1933" actId="478"/>
          <ac:picMkLst>
            <pc:docMk/>
            <pc:sldMk cId="1697766600" sldId="313"/>
            <ac:picMk id="5" creationId="{F81E73EE-7E01-0A77-3C89-3CBD7010A076}"/>
          </ac:picMkLst>
        </pc:picChg>
        <pc:picChg chg="add mod">
          <ac:chgData name="Guillaume Tricknot" userId="f9d6ff463829de31" providerId="LiveId" clId="{8155BA26-39F8-4BA1-BE03-FF04B3A90F7F}" dt="2024-05-12T07:52:10.615" v="1993" actId="1076"/>
          <ac:picMkLst>
            <pc:docMk/>
            <pc:sldMk cId="1697766600" sldId="313"/>
            <ac:picMk id="10" creationId="{7BAD19AC-4774-8368-F5DD-5DF015AF68E8}"/>
          </ac:picMkLst>
        </pc:picChg>
        <pc:picChg chg="add mod">
          <ac:chgData name="Guillaume Tricknot" userId="f9d6ff463829de31" providerId="LiveId" clId="{8155BA26-39F8-4BA1-BE03-FF04B3A90F7F}" dt="2024-05-12T07:52:09.087" v="1992" actId="1076"/>
          <ac:picMkLst>
            <pc:docMk/>
            <pc:sldMk cId="1697766600" sldId="313"/>
            <ac:picMk id="13" creationId="{41EB4615-AA00-4AF7-261A-04FF7B73C436}"/>
          </ac:picMkLst>
        </pc:picChg>
        <pc:picChg chg="add mod">
          <ac:chgData name="Guillaume Tricknot" userId="f9d6ff463829de31" providerId="LiveId" clId="{8155BA26-39F8-4BA1-BE03-FF04B3A90F7F}" dt="2024-05-12T07:52:05.010" v="1991" actId="1076"/>
          <ac:picMkLst>
            <pc:docMk/>
            <pc:sldMk cId="1697766600" sldId="313"/>
            <ac:picMk id="17" creationId="{499D85E5-2EEB-B9D8-CE23-4ED4A5C85D8E}"/>
          </ac:picMkLst>
        </pc:picChg>
      </pc:sldChg>
      <pc:sldChg chg="modSp add del mod">
        <pc:chgData name="Guillaume Tricknot" userId="f9d6ff463829de31" providerId="LiveId" clId="{8155BA26-39F8-4BA1-BE03-FF04B3A90F7F}" dt="2024-05-11T08:42:23.654" v="544" actId="47"/>
        <pc:sldMkLst>
          <pc:docMk/>
          <pc:sldMk cId="3861645705" sldId="313"/>
        </pc:sldMkLst>
        <pc:spChg chg="mod">
          <ac:chgData name="Guillaume Tricknot" userId="f9d6ff463829de31" providerId="LiveId" clId="{8155BA26-39F8-4BA1-BE03-FF04B3A90F7F}" dt="2024-05-11T08:40:32.934" v="539" actId="20577"/>
          <ac:spMkLst>
            <pc:docMk/>
            <pc:sldMk cId="3861645705" sldId="313"/>
            <ac:spMk id="474" creationId="{00000000-0000-0000-0000-000000000000}"/>
          </ac:spMkLst>
        </pc:spChg>
      </pc:sldChg>
      <pc:sldChg chg="del">
        <pc:chgData name="Guillaume Tricknot" userId="f9d6ff463829de31" providerId="LiveId" clId="{8155BA26-39F8-4BA1-BE03-FF04B3A90F7F}" dt="2024-05-11T08:57:43.881" v="650" actId="47"/>
        <pc:sldMkLst>
          <pc:docMk/>
          <pc:sldMk cId="3850708416" sldId="314"/>
        </pc:sldMkLst>
      </pc:sldChg>
      <pc:sldChg chg="modSp mod">
        <pc:chgData name="Guillaume Tricknot" userId="f9d6ff463829de31" providerId="LiveId" clId="{8155BA26-39F8-4BA1-BE03-FF04B3A90F7F}" dt="2024-05-11T09:05:45.411" v="740" actId="1076"/>
        <pc:sldMkLst>
          <pc:docMk/>
          <pc:sldMk cId="3929669988" sldId="315"/>
        </pc:sldMkLst>
        <pc:spChg chg="mod">
          <ac:chgData name="Guillaume Tricknot" userId="f9d6ff463829de31" providerId="LiveId" clId="{8155BA26-39F8-4BA1-BE03-FF04B3A90F7F}" dt="2024-05-11T09:05:45.411" v="740" actId="1076"/>
          <ac:spMkLst>
            <pc:docMk/>
            <pc:sldMk cId="3929669988" sldId="315"/>
            <ac:spMk id="477" creationId="{00000000-0000-0000-0000-000000000000}"/>
          </ac:spMkLst>
        </pc:spChg>
      </pc:sldChg>
      <pc:sldChg chg="addSp delSp modSp add del mod">
        <pc:chgData name="Guillaume Tricknot" userId="f9d6ff463829de31" providerId="LiveId" clId="{8155BA26-39F8-4BA1-BE03-FF04B3A90F7F}" dt="2024-05-11T09:11:06.914" v="1059" actId="47"/>
        <pc:sldMkLst>
          <pc:docMk/>
          <pc:sldMk cId="1167455618" sldId="317"/>
        </pc:sldMkLst>
        <pc:spChg chg="add del mod">
          <ac:chgData name="Guillaume Tricknot" userId="f9d6ff463829de31" providerId="LiveId" clId="{8155BA26-39F8-4BA1-BE03-FF04B3A90F7F}" dt="2024-05-11T09:05:02.825" v="738" actId="478"/>
          <ac:spMkLst>
            <pc:docMk/>
            <pc:sldMk cId="1167455618" sldId="317"/>
            <ac:spMk id="3" creationId="{82AC3F1E-3C69-2F33-F43E-0B718464BA1A}"/>
          </ac:spMkLst>
        </pc:spChg>
        <pc:spChg chg="add mod">
          <ac:chgData name="Guillaume Tricknot" userId="f9d6ff463829de31" providerId="LiveId" clId="{8155BA26-39F8-4BA1-BE03-FF04B3A90F7F}" dt="2024-05-11T08:59:23.307" v="675" actId="478"/>
          <ac:spMkLst>
            <pc:docMk/>
            <pc:sldMk cId="1167455618" sldId="317"/>
            <ac:spMk id="5" creationId="{58B5F97F-8700-61FF-EB0C-D21DA928FD23}"/>
          </ac:spMkLst>
        </pc:spChg>
        <pc:spChg chg="add del mod">
          <ac:chgData name="Guillaume Tricknot" userId="f9d6ff463829de31" providerId="LiveId" clId="{8155BA26-39F8-4BA1-BE03-FF04B3A90F7F}" dt="2024-05-11T09:04:59.172" v="736" actId="478"/>
          <ac:spMkLst>
            <pc:docMk/>
            <pc:sldMk cId="1167455618" sldId="317"/>
            <ac:spMk id="7" creationId="{FDBDFBD5-432A-F58E-7C87-DF09218EF21E}"/>
          </ac:spMkLst>
        </pc:spChg>
        <pc:spChg chg="mod">
          <ac:chgData name="Guillaume Tricknot" userId="f9d6ff463829de31" providerId="LiveId" clId="{8155BA26-39F8-4BA1-BE03-FF04B3A90F7F}" dt="2024-05-11T09:04:02.051" v="722"/>
          <ac:spMkLst>
            <pc:docMk/>
            <pc:sldMk cId="1167455618" sldId="317"/>
            <ac:spMk id="9" creationId="{16497CFA-E228-4479-B708-A38010719003}"/>
          </ac:spMkLst>
        </pc:spChg>
        <pc:spChg chg="mod">
          <ac:chgData name="Guillaume Tricknot" userId="f9d6ff463829de31" providerId="LiveId" clId="{8155BA26-39F8-4BA1-BE03-FF04B3A90F7F}" dt="2024-05-11T09:04:02.051" v="722"/>
          <ac:spMkLst>
            <pc:docMk/>
            <pc:sldMk cId="1167455618" sldId="317"/>
            <ac:spMk id="10" creationId="{0FF1237A-BC60-643E-2C7C-64FE45BB49B9}"/>
          </ac:spMkLst>
        </pc:spChg>
        <pc:spChg chg="mod">
          <ac:chgData name="Guillaume Tricknot" userId="f9d6ff463829de31" providerId="LiveId" clId="{8155BA26-39F8-4BA1-BE03-FF04B3A90F7F}" dt="2024-05-11T09:04:02.051" v="722"/>
          <ac:spMkLst>
            <pc:docMk/>
            <pc:sldMk cId="1167455618" sldId="317"/>
            <ac:spMk id="11" creationId="{D50B1A74-11E7-C1AE-E52D-FFE35DAF60DB}"/>
          </ac:spMkLst>
        </pc:spChg>
        <pc:spChg chg="mod">
          <ac:chgData name="Guillaume Tricknot" userId="f9d6ff463829de31" providerId="LiveId" clId="{8155BA26-39F8-4BA1-BE03-FF04B3A90F7F}" dt="2024-05-11T09:04:02.051" v="722"/>
          <ac:spMkLst>
            <pc:docMk/>
            <pc:sldMk cId="1167455618" sldId="317"/>
            <ac:spMk id="12" creationId="{0E3DCA94-6454-7325-3DF9-376D01F6E127}"/>
          </ac:spMkLst>
        </pc:spChg>
        <pc:spChg chg="mod">
          <ac:chgData name="Guillaume Tricknot" userId="f9d6ff463829de31" providerId="LiveId" clId="{8155BA26-39F8-4BA1-BE03-FF04B3A90F7F}" dt="2024-05-11T09:04:02.051" v="722"/>
          <ac:spMkLst>
            <pc:docMk/>
            <pc:sldMk cId="1167455618" sldId="317"/>
            <ac:spMk id="13" creationId="{AAF3251D-F698-8203-0A40-E3F0853BE2B8}"/>
          </ac:spMkLst>
        </pc:spChg>
        <pc:spChg chg="mod">
          <ac:chgData name="Guillaume Tricknot" userId="f9d6ff463829de31" providerId="LiveId" clId="{8155BA26-39F8-4BA1-BE03-FF04B3A90F7F}" dt="2024-05-11T09:07:06.676" v="741" actId="207"/>
          <ac:spMkLst>
            <pc:docMk/>
            <pc:sldMk cId="1167455618" sldId="317"/>
            <ac:spMk id="15" creationId="{86D9690F-21E4-40F8-558A-1837C24C497F}"/>
          </ac:spMkLst>
        </pc:spChg>
        <pc:spChg chg="mod">
          <ac:chgData name="Guillaume Tricknot" userId="f9d6ff463829de31" providerId="LiveId" clId="{8155BA26-39F8-4BA1-BE03-FF04B3A90F7F}" dt="2024-05-11T09:07:06.676" v="741" actId="207"/>
          <ac:spMkLst>
            <pc:docMk/>
            <pc:sldMk cId="1167455618" sldId="317"/>
            <ac:spMk id="16" creationId="{33213B40-C8A0-954F-ACC7-CDC4807007EF}"/>
          </ac:spMkLst>
        </pc:spChg>
        <pc:spChg chg="mod">
          <ac:chgData name="Guillaume Tricknot" userId="f9d6ff463829de31" providerId="LiveId" clId="{8155BA26-39F8-4BA1-BE03-FF04B3A90F7F}" dt="2024-05-11T09:07:06.676" v="741" actId="207"/>
          <ac:spMkLst>
            <pc:docMk/>
            <pc:sldMk cId="1167455618" sldId="317"/>
            <ac:spMk id="17" creationId="{3C3C6A82-C024-41B1-028C-961F05CD48FB}"/>
          </ac:spMkLst>
        </pc:spChg>
        <pc:spChg chg="mod">
          <ac:chgData name="Guillaume Tricknot" userId="f9d6ff463829de31" providerId="LiveId" clId="{8155BA26-39F8-4BA1-BE03-FF04B3A90F7F}" dt="2024-05-11T09:07:06.676" v="741" actId="207"/>
          <ac:spMkLst>
            <pc:docMk/>
            <pc:sldMk cId="1167455618" sldId="317"/>
            <ac:spMk id="22" creationId="{2897B650-7847-8F97-6CA5-3D505A82729B}"/>
          </ac:spMkLst>
        </pc:spChg>
        <pc:spChg chg="mod">
          <ac:chgData name="Guillaume Tricknot" userId="f9d6ff463829de31" providerId="LiveId" clId="{8155BA26-39F8-4BA1-BE03-FF04B3A90F7F}" dt="2024-05-11T09:07:06.676" v="741" actId="207"/>
          <ac:spMkLst>
            <pc:docMk/>
            <pc:sldMk cId="1167455618" sldId="317"/>
            <ac:spMk id="23" creationId="{964240C7-C938-7D18-EC8D-DF38C31E6CC1}"/>
          </ac:spMkLst>
        </pc:spChg>
        <pc:spChg chg="mod">
          <ac:chgData name="Guillaume Tricknot" userId="f9d6ff463829de31" providerId="LiveId" clId="{8155BA26-39F8-4BA1-BE03-FF04B3A90F7F}" dt="2024-05-11T09:07:06.676" v="741" actId="207"/>
          <ac:spMkLst>
            <pc:docMk/>
            <pc:sldMk cId="1167455618" sldId="317"/>
            <ac:spMk id="24" creationId="{79500F4D-B7B5-4783-5E24-5CA30EC09A09}"/>
          </ac:spMkLst>
        </pc:spChg>
        <pc:spChg chg="mod">
          <ac:chgData name="Guillaume Tricknot" userId="f9d6ff463829de31" providerId="LiveId" clId="{8155BA26-39F8-4BA1-BE03-FF04B3A90F7F}" dt="2024-05-11T08:59:40.239" v="719" actId="20577"/>
          <ac:spMkLst>
            <pc:docMk/>
            <pc:sldMk cId="1167455618" sldId="317"/>
            <ac:spMk id="474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8:59:20.956" v="674" actId="478"/>
          <ac:spMkLst>
            <pc:docMk/>
            <pc:sldMk cId="1167455618" sldId="317"/>
            <ac:spMk id="477" creationId="{00000000-0000-0000-0000-000000000000}"/>
          </ac:spMkLst>
        </pc:spChg>
        <pc:spChg chg="del mod">
          <ac:chgData name="Guillaume Tricknot" userId="f9d6ff463829de31" providerId="LiveId" clId="{8155BA26-39F8-4BA1-BE03-FF04B3A90F7F}" dt="2024-05-11T09:04:57.107" v="735" actId="478"/>
          <ac:spMkLst>
            <pc:docMk/>
            <pc:sldMk cId="1167455618" sldId="317"/>
            <ac:spMk id="479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08:59:24.406" v="676" actId="478"/>
          <ac:spMkLst>
            <pc:docMk/>
            <pc:sldMk cId="1167455618" sldId="317"/>
            <ac:spMk id="481" creationId="{00000000-0000-0000-0000-000000000000}"/>
          </ac:spMkLst>
        </pc:spChg>
        <pc:grpChg chg="add del mod">
          <ac:chgData name="Guillaume Tricknot" userId="f9d6ff463829de31" providerId="LiveId" clId="{8155BA26-39F8-4BA1-BE03-FF04B3A90F7F}" dt="2024-05-11T09:04:21.154" v="729" actId="478"/>
          <ac:grpSpMkLst>
            <pc:docMk/>
            <pc:sldMk cId="1167455618" sldId="317"/>
            <ac:grpSpMk id="8" creationId="{B498D4B2-ADA1-1AB6-54D2-BA720688DF71}"/>
          </ac:grpSpMkLst>
        </pc:grpChg>
        <pc:grpChg chg="add mod">
          <ac:chgData name="Guillaume Tricknot" userId="f9d6ff463829de31" providerId="LiveId" clId="{8155BA26-39F8-4BA1-BE03-FF04B3A90F7F}" dt="2024-05-11T09:07:06.676" v="741" actId="207"/>
          <ac:grpSpMkLst>
            <pc:docMk/>
            <pc:sldMk cId="1167455618" sldId="317"/>
            <ac:grpSpMk id="14" creationId="{84957793-8E4F-9442-51E2-F5B263C3A6F0}"/>
          </ac:grpSpMkLst>
        </pc:grpChg>
        <pc:cxnChg chg="mod">
          <ac:chgData name="Guillaume Tricknot" userId="f9d6ff463829de31" providerId="LiveId" clId="{8155BA26-39F8-4BA1-BE03-FF04B3A90F7F}" dt="2024-05-11T09:07:06.676" v="741" actId="207"/>
          <ac:cxnSpMkLst>
            <pc:docMk/>
            <pc:sldMk cId="1167455618" sldId="317"/>
            <ac:cxnSpMk id="18" creationId="{BEA72CD1-DA2C-DD3B-A12A-305238DEDCC2}"/>
          </ac:cxnSpMkLst>
        </pc:cxnChg>
        <pc:cxnChg chg="mod">
          <ac:chgData name="Guillaume Tricknot" userId="f9d6ff463829de31" providerId="LiveId" clId="{8155BA26-39F8-4BA1-BE03-FF04B3A90F7F}" dt="2024-05-11T09:07:06.676" v="741" actId="207"/>
          <ac:cxnSpMkLst>
            <pc:docMk/>
            <pc:sldMk cId="1167455618" sldId="317"/>
            <ac:cxnSpMk id="19" creationId="{B4AEAE9D-A81E-E5D7-BC71-9FDAE9826E78}"/>
          </ac:cxnSpMkLst>
        </pc:cxnChg>
        <pc:cxnChg chg="mod">
          <ac:chgData name="Guillaume Tricknot" userId="f9d6ff463829de31" providerId="LiveId" clId="{8155BA26-39F8-4BA1-BE03-FF04B3A90F7F}" dt="2024-05-11T09:07:06.676" v="741" actId="207"/>
          <ac:cxnSpMkLst>
            <pc:docMk/>
            <pc:sldMk cId="1167455618" sldId="317"/>
            <ac:cxnSpMk id="20" creationId="{F1D5EF58-A411-4A33-B024-AB5E66416ECF}"/>
          </ac:cxnSpMkLst>
        </pc:cxnChg>
        <pc:cxnChg chg="mod">
          <ac:chgData name="Guillaume Tricknot" userId="f9d6ff463829de31" providerId="LiveId" clId="{8155BA26-39F8-4BA1-BE03-FF04B3A90F7F}" dt="2024-05-11T09:07:06.676" v="741" actId="207"/>
          <ac:cxnSpMkLst>
            <pc:docMk/>
            <pc:sldMk cId="1167455618" sldId="317"/>
            <ac:cxnSpMk id="21" creationId="{315A1526-8BD2-FCA6-5949-20E77C2B998A}"/>
          </ac:cxnSpMkLst>
        </pc:cxnChg>
        <pc:cxnChg chg="mod">
          <ac:chgData name="Guillaume Tricknot" userId="f9d6ff463829de31" providerId="LiveId" clId="{8155BA26-39F8-4BA1-BE03-FF04B3A90F7F}" dt="2024-05-11T09:07:06.676" v="741" actId="207"/>
          <ac:cxnSpMkLst>
            <pc:docMk/>
            <pc:sldMk cId="1167455618" sldId="317"/>
            <ac:cxnSpMk id="25" creationId="{DCFFA769-7B0E-D6A0-B92D-3A5E0BD5EBF8}"/>
          </ac:cxnSpMkLst>
        </pc:cxnChg>
      </pc:sldChg>
      <pc:sldChg chg="add">
        <pc:chgData name="Guillaume Tricknot" userId="f9d6ff463829de31" providerId="LiveId" clId="{8155BA26-39F8-4BA1-BE03-FF04B3A90F7F}" dt="2024-05-11T09:11:08.929" v="1060"/>
        <pc:sldMkLst>
          <pc:docMk/>
          <pc:sldMk cId="1690231619" sldId="319"/>
        </pc:sldMkLst>
      </pc:sldChg>
      <pc:sldChg chg="add">
        <pc:chgData name="Guillaume Tricknot" userId="f9d6ff463829de31" providerId="LiveId" clId="{8155BA26-39F8-4BA1-BE03-FF04B3A90F7F}" dt="2024-05-11T09:11:08.929" v="1060"/>
        <pc:sldMkLst>
          <pc:docMk/>
          <pc:sldMk cId="3534979190" sldId="320"/>
        </pc:sldMkLst>
      </pc:sldChg>
      <pc:sldChg chg="modSp add mod">
        <pc:chgData name="Guillaume Tricknot" userId="f9d6ff463829de31" providerId="LiveId" clId="{8155BA26-39F8-4BA1-BE03-FF04B3A90F7F}" dt="2024-05-11T09:37:56.796" v="1436" actId="20577"/>
        <pc:sldMkLst>
          <pc:docMk/>
          <pc:sldMk cId="1495090519" sldId="321"/>
        </pc:sldMkLst>
        <pc:spChg chg="mod">
          <ac:chgData name="Guillaume Tricknot" userId="f9d6ff463829de31" providerId="LiveId" clId="{8155BA26-39F8-4BA1-BE03-FF04B3A90F7F}" dt="2024-05-11T09:37:56.796" v="1436" actId="20577"/>
          <ac:spMkLst>
            <pc:docMk/>
            <pc:sldMk cId="1495090519" sldId="321"/>
            <ac:spMk id="12" creationId="{DA767B38-2538-665E-F2B9-A17356B70EEC}"/>
          </ac:spMkLst>
        </pc:spChg>
        <pc:spChg chg="mod">
          <ac:chgData name="Guillaume Tricknot" userId="f9d6ff463829de31" providerId="LiveId" clId="{8155BA26-39F8-4BA1-BE03-FF04B3A90F7F}" dt="2024-05-11T09:35:22.491" v="1378" actId="20577"/>
          <ac:spMkLst>
            <pc:docMk/>
            <pc:sldMk cId="1495090519" sldId="321"/>
            <ac:spMk id="474" creationId="{00000000-0000-0000-0000-000000000000}"/>
          </ac:spMkLst>
        </pc:spChg>
      </pc:sldChg>
      <pc:sldChg chg="modSp add del mod">
        <pc:chgData name="Guillaume Tricknot" userId="f9d6ff463829de31" providerId="LiveId" clId="{8155BA26-39F8-4BA1-BE03-FF04B3A90F7F}" dt="2024-05-11T09:57:44.258" v="1667" actId="47"/>
        <pc:sldMkLst>
          <pc:docMk/>
          <pc:sldMk cId="2001836451" sldId="322"/>
        </pc:sldMkLst>
        <pc:spChg chg="mod">
          <ac:chgData name="Guillaume Tricknot" userId="f9d6ff463829de31" providerId="LiveId" clId="{8155BA26-39F8-4BA1-BE03-FF04B3A90F7F}" dt="2024-05-11T09:28:39.418" v="1335" actId="20577"/>
          <ac:spMkLst>
            <pc:docMk/>
            <pc:sldMk cId="2001836451" sldId="322"/>
            <ac:spMk id="12" creationId="{DA767B38-2538-665E-F2B9-A17356B70EEC}"/>
          </ac:spMkLst>
        </pc:spChg>
      </pc:sldChg>
      <pc:sldChg chg="modSp mod">
        <pc:chgData name="Guillaume Tricknot" userId="f9d6ff463829de31" providerId="LiveId" clId="{8155BA26-39F8-4BA1-BE03-FF04B3A90F7F}" dt="2024-05-12T07:17:40.954" v="1927" actId="1076"/>
        <pc:sldMkLst>
          <pc:docMk/>
          <pc:sldMk cId="2310674729" sldId="323"/>
        </pc:sldMkLst>
        <pc:spChg chg="mod">
          <ac:chgData name="Guillaume Tricknot" userId="f9d6ff463829de31" providerId="LiveId" clId="{8155BA26-39F8-4BA1-BE03-FF04B3A90F7F}" dt="2024-05-12T07:17:36.646" v="1926" actId="1076"/>
          <ac:spMkLst>
            <pc:docMk/>
            <pc:sldMk cId="2310674729" sldId="323"/>
            <ac:spMk id="4" creationId="{17E2DBCE-91EB-D9A1-7082-A7345CF7B0EA}"/>
          </ac:spMkLst>
        </pc:spChg>
        <pc:spChg chg="mod">
          <ac:chgData name="Guillaume Tricknot" userId="f9d6ff463829de31" providerId="LiveId" clId="{8155BA26-39F8-4BA1-BE03-FF04B3A90F7F}" dt="2024-05-12T07:17:40.954" v="1927" actId="1076"/>
          <ac:spMkLst>
            <pc:docMk/>
            <pc:sldMk cId="2310674729" sldId="323"/>
            <ac:spMk id="7" creationId="{54AB199C-A95C-1B6B-90BB-BFBD4897A08D}"/>
          </ac:spMkLst>
        </pc:spChg>
      </pc:sldChg>
      <pc:sldChg chg="addSp modSp add mod">
        <pc:chgData name="Guillaume Tricknot" userId="f9d6ff463829de31" providerId="LiveId" clId="{8155BA26-39F8-4BA1-BE03-FF04B3A90F7F}" dt="2024-05-11T09:57:34.582" v="1666" actId="1076"/>
        <pc:sldMkLst>
          <pc:docMk/>
          <pc:sldMk cId="293504520" sldId="324"/>
        </pc:sldMkLst>
        <pc:spChg chg="add mod">
          <ac:chgData name="Guillaume Tricknot" userId="f9d6ff463829de31" providerId="LiveId" clId="{8155BA26-39F8-4BA1-BE03-FF04B3A90F7F}" dt="2024-05-11T09:57:34.582" v="1666" actId="1076"/>
          <ac:spMkLst>
            <pc:docMk/>
            <pc:sldMk cId="293504520" sldId="324"/>
            <ac:spMk id="4" creationId="{0AA71F05-EF6F-69E7-5F49-850BD6D40843}"/>
          </ac:spMkLst>
        </pc:spChg>
        <pc:spChg chg="add mod">
          <ac:chgData name="Guillaume Tricknot" userId="f9d6ff463829de31" providerId="LiveId" clId="{8155BA26-39F8-4BA1-BE03-FF04B3A90F7F}" dt="2024-05-11T09:57:30.040" v="1665" actId="1076"/>
          <ac:spMkLst>
            <pc:docMk/>
            <pc:sldMk cId="293504520" sldId="324"/>
            <ac:spMk id="5" creationId="{0AE00C7E-6BDF-B59B-E125-75A069EB07A7}"/>
          </ac:spMkLst>
        </pc:spChg>
        <pc:spChg chg="mod">
          <ac:chgData name="Guillaume Tricknot" userId="f9d6ff463829de31" providerId="LiveId" clId="{8155BA26-39F8-4BA1-BE03-FF04B3A90F7F}" dt="2024-05-11T09:38:14.380" v="1448" actId="20577"/>
          <ac:spMkLst>
            <pc:docMk/>
            <pc:sldMk cId="293504520" sldId="324"/>
            <ac:spMk id="12" creationId="{DA767B38-2538-665E-F2B9-A17356B70EEC}"/>
          </ac:spMkLst>
        </pc:spChg>
        <pc:picChg chg="add mod">
          <ac:chgData name="Guillaume Tricknot" userId="f9d6ff463829de31" providerId="LiveId" clId="{8155BA26-39F8-4BA1-BE03-FF04B3A90F7F}" dt="2024-05-11T09:44:19.842" v="1554" actId="14100"/>
          <ac:picMkLst>
            <pc:docMk/>
            <pc:sldMk cId="293504520" sldId="324"/>
            <ac:picMk id="2" creationId="{3CCFAB2D-FC6C-FB38-50C2-E8332DF8ACE4}"/>
          </ac:picMkLst>
        </pc:picChg>
        <pc:picChg chg="add mod">
          <ac:chgData name="Guillaume Tricknot" userId="f9d6ff463829de31" providerId="LiveId" clId="{8155BA26-39F8-4BA1-BE03-FF04B3A90F7F}" dt="2024-05-11T09:44:23.709" v="1555" actId="14100"/>
          <ac:picMkLst>
            <pc:docMk/>
            <pc:sldMk cId="293504520" sldId="324"/>
            <ac:picMk id="3" creationId="{E2E56ED4-B148-2DF1-2200-EB188E376FAD}"/>
          </ac:picMkLst>
        </pc:picChg>
      </pc:sldChg>
      <pc:sldChg chg="modSp add del mod">
        <pc:chgData name="Guillaume Tricknot" userId="f9d6ff463829de31" providerId="LiveId" clId="{8155BA26-39F8-4BA1-BE03-FF04B3A90F7F}" dt="2024-05-11T09:35:25.343" v="1379" actId="47"/>
        <pc:sldMkLst>
          <pc:docMk/>
          <pc:sldMk cId="796133974" sldId="324"/>
        </pc:sldMkLst>
        <pc:spChg chg="mod">
          <ac:chgData name="Guillaume Tricknot" userId="f9d6ff463829de31" providerId="LiveId" clId="{8155BA26-39F8-4BA1-BE03-FF04B3A90F7F}" dt="2024-05-11T09:33:37.083" v="1344" actId="20577"/>
          <ac:spMkLst>
            <pc:docMk/>
            <pc:sldMk cId="796133974" sldId="324"/>
            <ac:spMk id="12" creationId="{DA767B38-2538-665E-F2B9-A17356B70EEC}"/>
          </ac:spMkLst>
        </pc:spChg>
      </pc:sldChg>
      <pc:sldChg chg="modSp add del mod">
        <pc:chgData name="Guillaume Tricknot" userId="f9d6ff463829de31" providerId="LiveId" clId="{8155BA26-39F8-4BA1-BE03-FF04B3A90F7F}" dt="2024-05-11T09:35:29.368" v="1380" actId="47"/>
        <pc:sldMkLst>
          <pc:docMk/>
          <pc:sldMk cId="604684124" sldId="325"/>
        </pc:sldMkLst>
        <pc:spChg chg="mod">
          <ac:chgData name="Guillaume Tricknot" userId="f9d6ff463829de31" providerId="LiveId" clId="{8155BA26-39F8-4BA1-BE03-FF04B3A90F7F}" dt="2024-05-11T09:33:48.705" v="1348" actId="20577"/>
          <ac:spMkLst>
            <pc:docMk/>
            <pc:sldMk cId="604684124" sldId="325"/>
            <ac:spMk id="12" creationId="{DA767B38-2538-665E-F2B9-A17356B70EEC}"/>
          </ac:spMkLst>
        </pc:spChg>
      </pc:sldChg>
      <pc:sldChg chg="addSp modSp add mod">
        <pc:chgData name="Guillaume Tricknot" userId="f9d6ff463829de31" providerId="LiveId" clId="{8155BA26-39F8-4BA1-BE03-FF04B3A90F7F}" dt="2024-05-11T10:00:39.549" v="1678"/>
        <pc:sldMkLst>
          <pc:docMk/>
          <pc:sldMk cId="2463914456" sldId="325"/>
        </pc:sldMkLst>
        <pc:spChg chg="add mod">
          <ac:chgData name="Guillaume Tricknot" userId="f9d6ff463829de31" providerId="LiveId" clId="{8155BA26-39F8-4BA1-BE03-FF04B3A90F7F}" dt="2024-05-11T10:00:39.549" v="1678"/>
          <ac:spMkLst>
            <pc:docMk/>
            <pc:sldMk cId="2463914456" sldId="325"/>
            <ac:spMk id="4" creationId="{75C20DF4-EC8B-2BD4-016E-FE5F7538BFF5}"/>
          </ac:spMkLst>
        </pc:spChg>
        <pc:spChg chg="add mod">
          <ac:chgData name="Guillaume Tricknot" userId="f9d6ff463829de31" providerId="LiveId" clId="{8155BA26-39F8-4BA1-BE03-FF04B3A90F7F}" dt="2024-05-11T10:00:39.549" v="1678"/>
          <ac:spMkLst>
            <pc:docMk/>
            <pc:sldMk cId="2463914456" sldId="325"/>
            <ac:spMk id="5" creationId="{742DB536-50E9-4C7D-84CE-FA8259ABAEEA}"/>
          </ac:spMkLst>
        </pc:spChg>
        <pc:spChg chg="mod">
          <ac:chgData name="Guillaume Tricknot" userId="f9d6ff463829de31" providerId="LiveId" clId="{8155BA26-39F8-4BA1-BE03-FF04B3A90F7F}" dt="2024-05-11T09:38:50.632" v="1465" actId="20577"/>
          <ac:spMkLst>
            <pc:docMk/>
            <pc:sldMk cId="2463914456" sldId="325"/>
            <ac:spMk id="12" creationId="{DA767B38-2538-665E-F2B9-A17356B70EEC}"/>
          </ac:spMkLst>
        </pc:spChg>
        <pc:picChg chg="add mod">
          <ac:chgData name="Guillaume Tricknot" userId="f9d6ff463829de31" providerId="LiveId" clId="{8155BA26-39F8-4BA1-BE03-FF04B3A90F7F}" dt="2024-05-11T09:44:32.593" v="1556" actId="14100"/>
          <ac:picMkLst>
            <pc:docMk/>
            <pc:sldMk cId="2463914456" sldId="325"/>
            <ac:picMk id="2" creationId="{AC342A24-7569-C4A8-7891-9D4D16098640}"/>
          </ac:picMkLst>
        </pc:picChg>
        <pc:picChg chg="add mod">
          <ac:chgData name="Guillaume Tricknot" userId="f9d6ff463829de31" providerId="LiveId" clId="{8155BA26-39F8-4BA1-BE03-FF04B3A90F7F}" dt="2024-05-11T09:44:37.318" v="1557" actId="14100"/>
          <ac:picMkLst>
            <pc:docMk/>
            <pc:sldMk cId="2463914456" sldId="325"/>
            <ac:picMk id="3" creationId="{FD01BA7E-CDD3-5830-C600-6B2087CF41A1}"/>
          </ac:picMkLst>
        </pc:picChg>
      </pc:sldChg>
      <pc:sldChg chg="modSp add mod">
        <pc:chgData name="Guillaume Tricknot" userId="f9d6ff463829de31" providerId="LiveId" clId="{8155BA26-39F8-4BA1-BE03-FF04B3A90F7F}" dt="2024-05-11T09:39:12.920" v="1478" actId="20577"/>
        <pc:sldMkLst>
          <pc:docMk/>
          <pc:sldMk cId="1124106902" sldId="326"/>
        </pc:sldMkLst>
        <pc:spChg chg="mod">
          <ac:chgData name="Guillaume Tricknot" userId="f9d6ff463829de31" providerId="LiveId" clId="{8155BA26-39F8-4BA1-BE03-FF04B3A90F7F}" dt="2024-05-11T09:39:12.920" v="1478" actId="20577"/>
          <ac:spMkLst>
            <pc:docMk/>
            <pc:sldMk cId="1124106902" sldId="326"/>
            <ac:spMk id="12" creationId="{DA767B38-2538-665E-F2B9-A17356B70EEC}"/>
          </ac:spMkLst>
        </pc:spChg>
      </pc:sldChg>
      <pc:sldChg chg="modSp add del mod">
        <pc:chgData name="Guillaume Tricknot" userId="f9d6ff463829de31" providerId="LiveId" clId="{8155BA26-39F8-4BA1-BE03-FF04B3A90F7F}" dt="2024-05-11T09:35:32.698" v="1381" actId="47"/>
        <pc:sldMkLst>
          <pc:docMk/>
          <pc:sldMk cId="3208630580" sldId="326"/>
        </pc:sldMkLst>
        <pc:spChg chg="mod">
          <ac:chgData name="Guillaume Tricknot" userId="f9d6ff463829de31" providerId="LiveId" clId="{8155BA26-39F8-4BA1-BE03-FF04B3A90F7F}" dt="2024-05-11T09:34:04.866" v="1358" actId="20577"/>
          <ac:spMkLst>
            <pc:docMk/>
            <pc:sldMk cId="3208630580" sldId="326"/>
            <ac:spMk id="12" creationId="{DA767B38-2538-665E-F2B9-A17356B70EEC}"/>
          </ac:spMkLst>
        </pc:spChg>
      </pc:sldChg>
      <pc:sldChg chg="modSp add mod">
        <pc:chgData name="Guillaume Tricknot" userId="f9d6ff463829de31" providerId="LiveId" clId="{8155BA26-39F8-4BA1-BE03-FF04B3A90F7F}" dt="2024-05-11T09:38:02.353" v="1439" actId="20577"/>
        <pc:sldMkLst>
          <pc:docMk/>
          <pc:sldMk cId="4267061374" sldId="327"/>
        </pc:sldMkLst>
        <pc:spChg chg="mod">
          <ac:chgData name="Guillaume Tricknot" userId="f9d6ff463829de31" providerId="LiveId" clId="{8155BA26-39F8-4BA1-BE03-FF04B3A90F7F}" dt="2024-05-11T09:38:02.353" v="1439" actId="20577"/>
          <ac:spMkLst>
            <pc:docMk/>
            <pc:sldMk cId="4267061374" sldId="327"/>
            <ac:spMk id="12" creationId="{DA767B38-2538-665E-F2B9-A17356B70EEC}"/>
          </ac:spMkLst>
        </pc:spChg>
      </pc:sldChg>
      <pc:sldChg chg="modSp add mod">
        <pc:chgData name="Guillaume Tricknot" userId="f9d6ff463829de31" providerId="LiveId" clId="{8155BA26-39F8-4BA1-BE03-FF04B3A90F7F}" dt="2024-05-11T09:38:07.864" v="1444" actId="20577"/>
        <pc:sldMkLst>
          <pc:docMk/>
          <pc:sldMk cId="4135714965" sldId="328"/>
        </pc:sldMkLst>
        <pc:spChg chg="mod">
          <ac:chgData name="Guillaume Tricknot" userId="f9d6ff463829de31" providerId="LiveId" clId="{8155BA26-39F8-4BA1-BE03-FF04B3A90F7F}" dt="2024-05-11T09:38:07.864" v="1444" actId="20577"/>
          <ac:spMkLst>
            <pc:docMk/>
            <pc:sldMk cId="4135714965" sldId="328"/>
            <ac:spMk id="12" creationId="{DA767B38-2538-665E-F2B9-A17356B70EEC}"/>
          </ac:spMkLst>
        </pc:spChg>
      </pc:sldChg>
      <pc:sldChg chg="addSp modSp add mod">
        <pc:chgData name="Guillaume Tricknot" userId="f9d6ff463829de31" providerId="LiveId" clId="{8155BA26-39F8-4BA1-BE03-FF04B3A90F7F}" dt="2024-05-11T10:00:02.223" v="1670" actId="1076"/>
        <pc:sldMkLst>
          <pc:docMk/>
          <pc:sldMk cId="2428845520" sldId="329"/>
        </pc:sldMkLst>
        <pc:spChg chg="add mod">
          <ac:chgData name="Guillaume Tricknot" userId="f9d6ff463829de31" providerId="LiveId" clId="{8155BA26-39F8-4BA1-BE03-FF04B3A90F7F}" dt="2024-05-11T09:59:58.250" v="1669" actId="1076"/>
          <ac:spMkLst>
            <pc:docMk/>
            <pc:sldMk cId="2428845520" sldId="329"/>
            <ac:spMk id="4" creationId="{64785D33-B339-8EBB-B4CD-CF564E20B48C}"/>
          </ac:spMkLst>
        </pc:spChg>
        <pc:spChg chg="add mod">
          <ac:chgData name="Guillaume Tricknot" userId="f9d6ff463829de31" providerId="LiveId" clId="{8155BA26-39F8-4BA1-BE03-FF04B3A90F7F}" dt="2024-05-11T10:00:02.223" v="1670" actId="1076"/>
          <ac:spMkLst>
            <pc:docMk/>
            <pc:sldMk cId="2428845520" sldId="329"/>
            <ac:spMk id="5" creationId="{C925D593-B167-07FF-F668-73CB41C00ACC}"/>
          </ac:spMkLst>
        </pc:spChg>
        <pc:spChg chg="mod">
          <ac:chgData name="Guillaume Tricknot" userId="f9d6ff463829de31" providerId="LiveId" clId="{8155BA26-39F8-4BA1-BE03-FF04B3A90F7F}" dt="2024-05-11T09:38:23.663" v="1454" actId="20577"/>
          <ac:spMkLst>
            <pc:docMk/>
            <pc:sldMk cId="2428845520" sldId="329"/>
            <ac:spMk id="12" creationId="{DA767B38-2538-665E-F2B9-A17356B70EEC}"/>
          </ac:spMkLst>
        </pc:spChg>
        <pc:picChg chg="add mod">
          <ac:chgData name="Guillaume Tricknot" userId="f9d6ff463829de31" providerId="LiveId" clId="{8155BA26-39F8-4BA1-BE03-FF04B3A90F7F}" dt="2024-05-11T09:43:16.285" v="1541" actId="1076"/>
          <ac:picMkLst>
            <pc:docMk/>
            <pc:sldMk cId="2428845520" sldId="329"/>
            <ac:picMk id="2" creationId="{892F91A0-A85C-5266-224A-BEFAE6D35865}"/>
          </ac:picMkLst>
        </pc:picChg>
        <pc:picChg chg="add mod">
          <ac:chgData name="Guillaume Tricknot" userId="f9d6ff463829de31" providerId="LiveId" clId="{8155BA26-39F8-4BA1-BE03-FF04B3A90F7F}" dt="2024-05-11T09:43:18.529" v="1542" actId="1076"/>
          <ac:picMkLst>
            <pc:docMk/>
            <pc:sldMk cId="2428845520" sldId="329"/>
            <ac:picMk id="3" creationId="{874AF4A0-E7E3-7C95-181D-7D6DF10FC78E}"/>
          </ac:picMkLst>
        </pc:picChg>
      </pc:sldChg>
      <pc:sldChg chg="addSp delSp modSp add mod">
        <pc:chgData name="Guillaume Tricknot" userId="f9d6ff463829de31" providerId="LiveId" clId="{8155BA26-39F8-4BA1-BE03-FF04B3A90F7F}" dt="2024-05-11T10:00:12.441" v="1674" actId="478"/>
        <pc:sldMkLst>
          <pc:docMk/>
          <pc:sldMk cId="1129692218" sldId="330"/>
        </pc:sldMkLst>
        <pc:spChg chg="add mod">
          <ac:chgData name="Guillaume Tricknot" userId="f9d6ff463829de31" providerId="LiveId" clId="{8155BA26-39F8-4BA1-BE03-FF04B3A90F7F}" dt="2024-05-11T09:50:27.925" v="1658" actId="1076"/>
          <ac:spMkLst>
            <pc:docMk/>
            <pc:sldMk cId="1129692218" sldId="330"/>
            <ac:spMk id="3" creationId="{07022D2F-0913-5B48-149E-FD01C5E92EBA}"/>
          </ac:spMkLst>
        </pc:spChg>
        <pc:spChg chg="add mod">
          <ac:chgData name="Guillaume Tricknot" userId="f9d6ff463829de31" providerId="LiveId" clId="{8155BA26-39F8-4BA1-BE03-FF04B3A90F7F}" dt="2024-05-11T10:00:08.656" v="1672" actId="1076"/>
          <ac:spMkLst>
            <pc:docMk/>
            <pc:sldMk cId="1129692218" sldId="330"/>
            <ac:spMk id="4" creationId="{24A54DF3-8123-6697-8EDE-B245BD2D18B4}"/>
          </ac:spMkLst>
        </pc:spChg>
        <pc:spChg chg="add del mod">
          <ac:chgData name="Guillaume Tricknot" userId="f9d6ff463829de31" providerId="LiveId" clId="{8155BA26-39F8-4BA1-BE03-FF04B3A90F7F}" dt="2024-05-11T10:00:12.441" v="1674" actId="478"/>
          <ac:spMkLst>
            <pc:docMk/>
            <pc:sldMk cId="1129692218" sldId="330"/>
            <ac:spMk id="5" creationId="{AE23E170-0736-3E42-EC0C-49C61E5B9CCF}"/>
          </ac:spMkLst>
        </pc:spChg>
        <pc:spChg chg="mod">
          <ac:chgData name="Guillaume Tricknot" userId="f9d6ff463829de31" providerId="LiveId" clId="{8155BA26-39F8-4BA1-BE03-FF04B3A90F7F}" dt="2024-05-11T09:41:39.873" v="1506" actId="1076"/>
          <ac:spMkLst>
            <pc:docMk/>
            <pc:sldMk cId="1129692218" sldId="330"/>
            <ac:spMk id="12" creationId="{DA767B38-2538-665E-F2B9-A17356B70EEC}"/>
          </ac:spMkLst>
        </pc:spChg>
        <pc:picChg chg="add mod">
          <ac:chgData name="Guillaume Tricknot" userId="f9d6ff463829de31" providerId="LiveId" clId="{8155BA26-39F8-4BA1-BE03-FF04B3A90F7F}" dt="2024-05-11T09:49:05.879" v="1562" actId="1076"/>
          <ac:picMkLst>
            <pc:docMk/>
            <pc:sldMk cId="1129692218" sldId="330"/>
            <ac:picMk id="2" creationId="{F68085EA-DCF1-77ED-D7D3-2FBEFD3558C3}"/>
          </ac:picMkLst>
        </pc:picChg>
      </pc:sldChg>
      <pc:sldChg chg="addSp modSp add mod">
        <pc:chgData name="Guillaume Tricknot" userId="f9d6ff463829de31" providerId="LiveId" clId="{8155BA26-39F8-4BA1-BE03-FF04B3A90F7F}" dt="2024-05-11T10:00:44.897" v="1680" actId="1076"/>
        <pc:sldMkLst>
          <pc:docMk/>
          <pc:sldMk cId="3735047218" sldId="331"/>
        </pc:sldMkLst>
        <pc:spChg chg="add mod">
          <ac:chgData name="Guillaume Tricknot" userId="f9d6ff463829de31" providerId="LiveId" clId="{8155BA26-39F8-4BA1-BE03-FF04B3A90F7F}" dt="2024-05-11T10:00:44.897" v="1680" actId="1076"/>
          <ac:spMkLst>
            <pc:docMk/>
            <pc:sldMk cId="3735047218" sldId="331"/>
            <ac:spMk id="4" creationId="{72D5A9F3-B47B-CE9E-DDA6-27697B387B4D}"/>
          </ac:spMkLst>
        </pc:spChg>
        <pc:spChg chg="add mod">
          <ac:chgData name="Guillaume Tricknot" userId="f9d6ff463829de31" providerId="LiveId" clId="{8155BA26-39F8-4BA1-BE03-FF04B3A90F7F}" dt="2024-05-11T10:00:44.897" v="1680" actId="1076"/>
          <ac:spMkLst>
            <pc:docMk/>
            <pc:sldMk cId="3735047218" sldId="331"/>
            <ac:spMk id="5" creationId="{E3B8B10A-D6C9-F107-4931-2EC7B9B32236}"/>
          </ac:spMkLst>
        </pc:spChg>
        <pc:spChg chg="mod">
          <ac:chgData name="Guillaume Tricknot" userId="f9d6ff463829de31" providerId="LiveId" clId="{8155BA26-39F8-4BA1-BE03-FF04B3A90F7F}" dt="2024-05-11T09:38:56.721" v="1469" actId="20577"/>
          <ac:spMkLst>
            <pc:docMk/>
            <pc:sldMk cId="3735047218" sldId="331"/>
            <ac:spMk id="12" creationId="{DA767B38-2538-665E-F2B9-A17356B70EEC}"/>
          </ac:spMkLst>
        </pc:spChg>
        <pc:picChg chg="add mod">
          <ac:chgData name="Guillaume Tricknot" userId="f9d6ff463829de31" providerId="LiveId" clId="{8155BA26-39F8-4BA1-BE03-FF04B3A90F7F}" dt="2024-05-11T09:44:42.936" v="1558" actId="14100"/>
          <ac:picMkLst>
            <pc:docMk/>
            <pc:sldMk cId="3735047218" sldId="331"/>
            <ac:picMk id="2" creationId="{8605986B-85F8-6AD4-F778-C1B03F93ED9F}"/>
          </ac:picMkLst>
        </pc:picChg>
        <pc:picChg chg="add mod">
          <ac:chgData name="Guillaume Tricknot" userId="f9d6ff463829de31" providerId="LiveId" clId="{8155BA26-39F8-4BA1-BE03-FF04B3A90F7F}" dt="2024-05-11T09:44:51.040" v="1561" actId="14100"/>
          <ac:picMkLst>
            <pc:docMk/>
            <pc:sldMk cId="3735047218" sldId="331"/>
            <ac:picMk id="3" creationId="{2258EE41-9EA3-48D7-E17D-4B58132489DD}"/>
          </ac:picMkLst>
        </pc:picChg>
      </pc:sldChg>
      <pc:sldChg chg="addSp delSp modSp add mod">
        <pc:chgData name="Guillaume Tricknot" userId="f9d6ff463829de31" providerId="LiveId" clId="{8155BA26-39F8-4BA1-BE03-FF04B3A90F7F}" dt="2024-05-11T10:00:54.908" v="1683" actId="478"/>
        <pc:sldMkLst>
          <pc:docMk/>
          <pc:sldMk cId="525645823" sldId="332"/>
        </pc:sldMkLst>
        <pc:spChg chg="add mod">
          <ac:chgData name="Guillaume Tricknot" userId="f9d6ff463829de31" providerId="LiveId" clId="{8155BA26-39F8-4BA1-BE03-FF04B3A90F7F}" dt="2024-05-11T09:51:03.227" v="1662" actId="20577"/>
          <ac:spMkLst>
            <pc:docMk/>
            <pc:sldMk cId="525645823" sldId="332"/>
            <ac:spMk id="3" creationId="{5D962F99-510E-C9E3-BE8F-F5B9FBA349EF}"/>
          </ac:spMkLst>
        </pc:spChg>
        <pc:spChg chg="add mod">
          <ac:chgData name="Guillaume Tricknot" userId="f9d6ff463829de31" providerId="LiveId" clId="{8155BA26-39F8-4BA1-BE03-FF04B3A90F7F}" dt="2024-05-11T10:00:51.553" v="1682" actId="1076"/>
          <ac:spMkLst>
            <pc:docMk/>
            <pc:sldMk cId="525645823" sldId="332"/>
            <ac:spMk id="4" creationId="{F4DB025A-1BC4-9A4C-E12A-E9A958E9D266}"/>
          </ac:spMkLst>
        </pc:spChg>
        <pc:spChg chg="add del mod">
          <ac:chgData name="Guillaume Tricknot" userId="f9d6ff463829de31" providerId="LiveId" clId="{8155BA26-39F8-4BA1-BE03-FF04B3A90F7F}" dt="2024-05-11T10:00:54.908" v="1683" actId="478"/>
          <ac:spMkLst>
            <pc:docMk/>
            <pc:sldMk cId="525645823" sldId="332"/>
            <ac:spMk id="5" creationId="{5030AB61-24A2-3587-2B7E-2ED794BF1921}"/>
          </ac:spMkLst>
        </pc:spChg>
        <pc:spChg chg="mod">
          <ac:chgData name="Guillaume Tricknot" userId="f9d6ff463829de31" providerId="LiveId" clId="{8155BA26-39F8-4BA1-BE03-FF04B3A90F7F}" dt="2024-05-11T09:39:00.646" v="1473" actId="20577"/>
          <ac:spMkLst>
            <pc:docMk/>
            <pc:sldMk cId="525645823" sldId="332"/>
            <ac:spMk id="12" creationId="{DA767B38-2538-665E-F2B9-A17356B70EEC}"/>
          </ac:spMkLst>
        </pc:spChg>
        <pc:picChg chg="add mod">
          <ac:chgData name="Guillaume Tricknot" userId="f9d6ff463829de31" providerId="LiveId" clId="{8155BA26-39F8-4BA1-BE03-FF04B3A90F7F}" dt="2024-05-11T09:50:43.204" v="1659" actId="1076"/>
          <ac:picMkLst>
            <pc:docMk/>
            <pc:sldMk cId="525645823" sldId="332"/>
            <ac:picMk id="2" creationId="{CB6DE979-27B0-712A-6C0D-A4AA478DDB3D}"/>
          </ac:picMkLst>
        </pc:picChg>
      </pc:sldChg>
      <pc:sldChg chg="modSp add mod">
        <pc:chgData name="Guillaume Tricknot" userId="f9d6ff463829de31" providerId="LiveId" clId="{8155BA26-39F8-4BA1-BE03-FF04B3A90F7F}" dt="2024-05-11T09:39:17.152" v="1482" actId="20577"/>
        <pc:sldMkLst>
          <pc:docMk/>
          <pc:sldMk cId="351276759" sldId="333"/>
        </pc:sldMkLst>
        <pc:spChg chg="mod">
          <ac:chgData name="Guillaume Tricknot" userId="f9d6ff463829de31" providerId="LiveId" clId="{8155BA26-39F8-4BA1-BE03-FF04B3A90F7F}" dt="2024-05-11T09:39:17.152" v="1482" actId="20577"/>
          <ac:spMkLst>
            <pc:docMk/>
            <pc:sldMk cId="351276759" sldId="333"/>
            <ac:spMk id="12" creationId="{DA767B38-2538-665E-F2B9-A17356B70EEC}"/>
          </ac:spMkLst>
        </pc:spChg>
      </pc:sldChg>
      <pc:sldChg chg="modSp add mod">
        <pc:chgData name="Guillaume Tricknot" userId="f9d6ff463829de31" providerId="LiveId" clId="{8155BA26-39F8-4BA1-BE03-FF04B3A90F7F}" dt="2024-05-11T09:39:19.743" v="1483" actId="20577"/>
        <pc:sldMkLst>
          <pc:docMk/>
          <pc:sldMk cId="1031447936" sldId="334"/>
        </pc:sldMkLst>
        <pc:spChg chg="mod">
          <ac:chgData name="Guillaume Tricknot" userId="f9d6ff463829de31" providerId="LiveId" clId="{8155BA26-39F8-4BA1-BE03-FF04B3A90F7F}" dt="2024-05-11T09:39:19.743" v="1483" actId="20577"/>
          <ac:spMkLst>
            <pc:docMk/>
            <pc:sldMk cId="1031447936" sldId="334"/>
            <ac:spMk id="12" creationId="{DA767B38-2538-665E-F2B9-A17356B70EEC}"/>
          </ac:spMkLst>
        </pc:spChg>
      </pc:sldChg>
      <pc:sldChg chg="add">
        <pc:chgData name="Guillaume Tricknot" userId="f9d6ff463829de31" providerId="LiveId" clId="{8155BA26-39F8-4BA1-BE03-FF04B3A90F7F}" dt="2024-05-11T10:00:23.714" v="1675"/>
        <pc:sldMkLst>
          <pc:docMk/>
          <pc:sldMk cId="2227811025" sldId="335"/>
        </pc:sldMkLst>
      </pc:sldChg>
      <pc:sldChg chg="addSp delSp modSp add del mod">
        <pc:chgData name="Guillaume Tricknot" userId="f9d6ff463829de31" providerId="LiveId" clId="{8155BA26-39F8-4BA1-BE03-FF04B3A90F7F}" dt="2024-05-11T10:09:25.081" v="1804" actId="47"/>
        <pc:sldMkLst>
          <pc:docMk/>
          <pc:sldMk cId="238399462" sldId="336"/>
        </pc:sldMkLst>
        <pc:spChg chg="add del mod">
          <ac:chgData name="Guillaume Tricknot" userId="f9d6ff463829de31" providerId="LiveId" clId="{8155BA26-39F8-4BA1-BE03-FF04B3A90F7F}" dt="2024-05-11T10:05:18.843" v="1686" actId="478"/>
          <ac:spMkLst>
            <pc:docMk/>
            <pc:sldMk cId="238399462" sldId="336"/>
            <ac:spMk id="3" creationId="{554D620B-69BF-B20C-F5F1-8066CF1533AD}"/>
          </ac:spMkLst>
        </pc:spChg>
        <pc:spChg chg="add del mod">
          <ac:chgData name="Guillaume Tricknot" userId="f9d6ff463829de31" providerId="LiveId" clId="{8155BA26-39F8-4BA1-BE03-FF04B3A90F7F}" dt="2024-05-11T10:05:22.542" v="1688" actId="478"/>
          <ac:spMkLst>
            <pc:docMk/>
            <pc:sldMk cId="238399462" sldId="336"/>
            <ac:spMk id="5" creationId="{142226C5-3AFB-C59D-9716-1754B893C278}"/>
          </ac:spMkLst>
        </pc:spChg>
        <pc:spChg chg="add del mod">
          <ac:chgData name="Guillaume Tricknot" userId="f9d6ff463829de31" providerId="LiveId" clId="{8155BA26-39F8-4BA1-BE03-FF04B3A90F7F}" dt="2024-05-11T10:05:25.535" v="1690" actId="478"/>
          <ac:spMkLst>
            <pc:docMk/>
            <pc:sldMk cId="238399462" sldId="336"/>
            <ac:spMk id="7" creationId="{30065F86-6DA6-B7AE-02C1-AD71562BB1B3}"/>
          </ac:spMkLst>
        </pc:spChg>
        <pc:spChg chg="add del mod">
          <ac:chgData name="Guillaume Tricknot" userId="f9d6ff463829de31" providerId="LiveId" clId="{8155BA26-39F8-4BA1-BE03-FF04B3A90F7F}" dt="2024-05-11T10:05:27.567" v="1692" actId="478"/>
          <ac:spMkLst>
            <pc:docMk/>
            <pc:sldMk cId="238399462" sldId="336"/>
            <ac:spMk id="9" creationId="{E9CE737A-9F07-F1A9-E8C7-F51870A7A202}"/>
          </ac:spMkLst>
        </pc:spChg>
        <pc:spChg chg="add del mod">
          <ac:chgData name="Guillaume Tricknot" userId="f9d6ff463829de31" providerId="LiveId" clId="{8155BA26-39F8-4BA1-BE03-FF04B3A90F7F}" dt="2024-05-11T10:05:30.303" v="1694" actId="478"/>
          <ac:spMkLst>
            <pc:docMk/>
            <pc:sldMk cId="238399462" sldId="336"/>
            <ac:spMk id="11" creationId="{DEE7CF2E-8EFB-D495-094D-99517E5809E5}"/>
          </ac:spMkLst>
        </pc:spChg>
        <pc:spChg chg="add mod">
          <ac:chgData name="Guillaume Tricknot" userId="f9d6ff463829de31" providerId="LiveId" clId="{8155BA26-39F8-4BA1-BE03-FF04B3A90F7F}" dt="2024-05-11T10:05:39.984" v="1697" actId="1076"/>
          <ac:spMkLst>
            <pc:docMk/>
            <pc:sldMk cId="238399462" sldId="336"/>
            <ac:spMk id="12" creationId="{50657361-B8B6-D9AF-FEAA-F2158DD2ED30}"/>
          </ac:spMkLst>
        </pc:spChg>
        <pc:spChg chg="add mod">
          <ac:chgData name="Guillaume Tricknot" userId="f9d6ff463829de31" providerId="LiveId" clId="{8155BA26-39F8-4BA1-BE03-FF04B3A90F7F}" dt="2024-05-11T10:06:08.045" v="1711" actId="20577"/>
          <ac:spMkLst>
            <pc:docMk/>
            <pc:sldMk cId="238399462" sldId="336"/>
            <ac:spMk id="13" creationId="{E73481F8-E22F-F24C-B7EC-4AB7AF9F9374}"/>
          </ac:spMkLst>
        </pc:spChg>
        <pc:spChg chg="del">
          <ac:chgData name="Guillaume Tricknot" userId="f9d6ff463829de31" providerId="LiveId" clId="{8155BA26-39F8-4BA1-BE03-FF04B3A90F7F}" dt="2024-05-11T10:05:29.014" v="1693" actId="478"/>
          <ac:spMkLst>
            <pc:docMk/>
            <pc:sldMk cId="238399462" sldId="336"/>
            <ac:spMk id="896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05:17.781" v="1685" actId="478"/>
          <ac:spMkLst>
            <pc:docMk/>
            <pc:sldMk cId="238399462" sldId="336"/>
            <ac:spMk id="897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898" creationId="{00000000-0000-0000-0000-000000000000}"/>
          </ac:spMkLst>
        </pc:spChg>
        <pc:spChg chg="add del 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899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05:20.630" v="1687" actId="478"/>
          <ac:spMkLst>
            <pc:docMk/>
            <pc:sldMk cId="238399462" sldId="336"/>
            <ac:spMk id="900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901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05:24.439" v="1689" actId="478"/>
          <ac:spMkLst>
            <pc:docMk/>
            <pc:sldMk cId="238399462" sldId="336"/>
            <ac:spMk id="902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903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904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905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906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08:35.655" v="1785" actId="1076"/>
          <ac:spMkLst>
            <pc:docMk/>
            <pc:sldMk cId="238399462" sldId="336"/>
            <ac:spMk id="907" creationId="{00000000-0000-0000-0000-000000000000}"/>
          </ac:spMkLst>
        </pc:spChg>
        <pc:picChg chg="add mod">
          <ac:chgData name="Guillaume Tricknot" userId="f9d6ff463829de31" providerId="LiveId" clId="{8155BA26-39F8-4BA1-BE03-FF04B3A90F7F}" dt="2024-05-11T10:08:42.075" v="1788" actId="1076"/>
          <ac:picMkLst>
            <pc:docMk/>
            <pc:sldMk cId="238399462" sldId="336"/>
            <ac:picMk id="15" creationId="{3386FC23-F4E2-97DD-1E76-A7146A1DFD4E}"/>
          </ac:picMkLst>
        </pc:picChg>
        <pc:picChg chg="add">
          <ac:chgData name="Guillaume Tricknot" userId="f9d6ff463829de31" providerId="LiveId" clId="{8155BA26-39F8-4BA1-BE03-FF04B3A90F7F}" dt="2024-05-11T10:07:17.240" v="1772"/>
          <ac:picMkLst>
            <pc:docMk/>
            <pc:sldMk cId="238399462" sldId="336"/>
            <ac:picMk id="3074" creationId="{4A7D15F5-0FF0-C24F-5410-4E0BD8B08C89}"/>
          </ac:picMkLst>
        </pc:picChg>
        <pc:picChg chg="add">
          <ac:chgData name="Guillaume Tricknot" userId="f9d6ff463829de31" providerId="LiveId" clId="{8155BA26-39F8-4BA1-BE03-FF04B3A90F7F}" dt="2024-05-11T10:07:19.287" v="1773"/>
          <ac:picMkLst>
            <pc:docMk/>
            <pc:sldMk cId="238399462" sldId="336"/>
            <ac:picMk id="3076" creationId="{5B6B840B-4A9E-9373-F289-8F6945AD5CF0}"/>
          </ac:picMkLst>
        </pc:picChg>
      </pc:sldChg>
      <pc:sldChg chg="add del">
        <pc:chgData name="Guillaume Tricknot" userId="f9d6ff463829de31" providerId="LiveId" clId="{8155BA26-39F8-4BA1-BE03-FF04B3A90F7F}" dt="2024-05-11T10:00:31.713" v="1677"/>
        <pc:sldMkLst>
          <pc:docMk/>
          <pc:sldMk cId="1521946159" sldId="336"/>
        </pc:sldMkLst>
      </pc:sldChg>
      <pc:sldChg chg="addSp modSp new del mod">
        <pc:chgData name="Guillaume Tricknot" userId="f9d6ff463829de31" providerId="LiveId" clId="{8155BA26-39F8-4BA1-BE03-FF04B3A90F7F}" dt="2024-05-11T10:13:27.812" v="1911" actId="47"/>
        <pc:sldMkLst>
          <pc:docMk/>
          <pc:sldMk cId="3430617455" sldId="337"/>
        </pc:sldMkLst>
        <pc:spChg chg="mod">
          <ac:chgData name="Guillaume Tricknot" userId="f9d6ff463829de31" providerId="LiveId" clId="{8155BA26-39F8-4BA1-BE03-FF04B3A90F7F}" dt="2024-05-11T10:09:20.410" v="1803" actId="20577"/>
          <ac:spMkLst>
            <pc:docMk/>
            <pc:sldMk cId="3430617455" sldId="337"/>
            <ac:spMk id="3" creationId="{36627BC0-5306-D254-0971-FE63CC421235}"/>
          </ac:spMkLst>
        </pc:spChg>
        <pc:spChg chg="add mod">
          <ac:chgData name="Guillaume Tricknot" userId="f9d6ff463829de31" providerId="LiveId" clId="{8155BA26-39F8-4BA1-BE03-FF04B3A90F7F}" dt="2024-05-11T10:09:41.889" v="1807" actId="20577"/>
          <ac:spMkLst>
            <pc:docMk/>
            <pc:sldMk cId="3430617455" sldId="337"/>
            <ac:spMk id="4" creationId="{C9DEA057-E764-13E6-D76F-A0D7E88DF579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5" creationId="{296CAA8C-B180-8711-97D9-9EE3633A3531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6" creationId="{E0C58A30-9BD3-4A11-EA4A-71E1454FA5E1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7" creationId="{0A976A68-E9A8-33BF-E332-4A58525DD1D5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8" creationId="{85BC5A0B-7636-47C7-61DF-556B4637147F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9" creationId="{0F5D6120-1740-312F-429D-751A61512714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10" creationId="{5E19A39E-04FD-0352-83E0-D4B871F8436B}"/>
          </ac:spMkLst>
        </pc:spChg>
        <pc:spChg chg="add mod">
          <ac:chgData name="Guillaume Tricknot" userId="f9d6ff463829de31" providerId="LiveId" clId="{8155BA26-39F8-4BA1-BE03-FF04B3A90F7F}" dt="2024-05-11T10:09:16.963" v="1791" actId="1076"/>
          <ac:spMkLst>
            <pc:docMk/>
            <pc:sldMk cId="3430617455" sldId="337"/>
            <ac:spMk id="11" creationId="{06A9E81A-7092-6D95-5287-8123DB4B7A4C}"/>
          </ac:spMkLst>
        </pc:spChg>
        <pc:picChg chg="add mod">
          <ac:chgData name="Guillaume Tricknot" userId="f9d6ff463829de31" providerId="LiveId" clId="{8155BA26-39F8-4BA1-BE03-FF04B3A90F7F}" dt="2024-05-11T10:10:37.569" v="1813" actId="1076"/>
          <ac:picMkLst>
            <pc:docMk/>
            <pc:sldMk cId="3430617455" sldId="337"/>
            <ac:picMk id="12" creationId="{1A87C1A2-77A4-292E-0E50-A3E1F56FE388}"/>
          </ac:picMkLst>
        </pc:picChg>
        <pc:picChg chg="add mod">
          <ac:chgData name="Guillaume Tricknot" userId="f9d6ff463829de31" providerId="LiveId" clId="{8155BA26-39F8-4BA1-BE03-FF04B3A90F7F}" dt="2024-05-11T10:10:35.641" v="1812" actId="1076"/>
          <ac:picMkLst>
            <pc:docMk/>
            <pc:sldMk cId="3430617455" sldId="337"/>
            <ac:picMk id="14" creationId="{0780FF4E-EAEA-574C-6DB7-3EB5DA1CCAB6}"/>
          </ac:picMkLst>
        </pc:picChg>
      </pc:sldChg>
      <pc:sldChg chg="addSp delSp modSp add mod">
        <pc:chgData name="Guillaume Tricknot" userId="f9d6ff463829de31" providerId="LiveId" clId="{8155BA26-39F8-4BA1-BE03-FF04B3A90F7F}" dt="2024-05-11T10:14:47.322" v="1925" actId="478"/>
        <pc:sldMkLst>
          <pc:docMk/>
          <pc:sldMk cId="542199497" sldId="338"/>
        </pc:sldMkLst>
        <pc:spChg chg="add del mod">
          <ac:chgData name="Guillaume Tricknot" userId="f9d6ff463829de31" providerId="LiveId" clId="{8155BA26-39F8-4BA1-BE03-FF04B3A90F7F}" dt="2024-05-11T10:11:48.155" v="1884" actId="478"/>
          <ac:spMkLst>
            <pc:docMk/>
            <pc:sldMk cId="542199497" sldId="338"/>
            <ac:spMk id="4" creationId="{3E0C3223-F289-ED12-9047-5EFF8149DC97}"/>
          </ac:spMkLst>
        </pc:spChg>
        <pc:spChg chg="add del mod">
          <ac:chgData name="Guillaume Tricknot" userId="f9d6ff463829de31" providerId="LiveId" clId="{8155BA26-39F8-4BA1-BE03-FF04B3A90F7F}" dt="2024-05-11T10:11:50.911" v="1885" actId="478"/>
          <ac:spMkLst>
            <pc:docMk/>
            <pc:sldMk cId="542199497" sldId="338"/>
            <ac:spMk id="6" creationId="{752297CF-9D14-E1DD-E9DC-9E645A60FE06}"/>
          </ac:spMkLst>
        </pc:spChg>
        <pc:spChg chg="add del mod">
          <ac:chgData name="Guillaume Tricknot" userId="f9d6ff463829de31" providerId="LiveId" clId="{8155BA26-39F8-4BA1-BE03-FF04B3A90F7F}" dt="2024-05-11T10:11:53.774" v="1887" actId="478"/>
          <ac:spMkLst>
            <pc:docMk/>
            <pc:sldMk cId="542199497" sldId="338"/>
            <ac:spMk id="8" creationId="{C389EFE2-FF48-EE4F-99CC-84FF1EF8EF64}"/>
          </ac:spMkLst>
        </pc:spChg>
        <pc:spChg chg="add del mod">
          <ac:chgData name="Guillaume Tricknot" userId="f9d6ff463829de31" providerId="LiveId" clId="{8155BA26-39F8-4BA1-BE03-FF04B3A90F7F}" dt="2024-05-11T10:11:57.412" v="1889" actId="478"/>
          <ac:spMkLst>
            <pc:docMk/>
            <pc:sldMk cId="542199497" sldId="338"/>
            <ac:spMk id="10" creationId="{BDAD5862-8ED8-6CBD-385A-1289D7E003F5}"/>
          </ac:spMkLst>
        </pc:spChg>
        <pc:spChg chg="mod">
          <ac:chgData name="Guillaume Tricknot" userId="f9d6ff463829de31" providerId="LiveId" clId="{8155BA26-39F8-4BA1-BE03-FF04B3A90F7F}" dt="2024-05-11T10:11:03.809" v="1826" actId="20577"/>
          <ac:spMkLst>
            <pc:docMk/>
            <pc:sldMk cId="542199497" sldId="338"/>
            <ac:spMk id="1020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1:43.507" v="1882" actId="478"/>
          <ac:spMkLst>
            <pc:docMk/>
            <pc:sldMk cId="542199497" sldId="338"/>
            <ac:spMk id="1021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11:11.028" v="1833" actId="20577"/>
          <ac:spMkLst>
            <pc:docMk/>
            <pc:sldMk cId="542199497" sldId="338"/>
            <ac:spMk id="1022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1:45.773" v="1883" actId="478"/>
          <ac:spMkLst>
            <pc:docMk/>
            <pc:sldMk cId="542199497" sldId="338"/>
            <ac:spMk id="1023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11:23.561" v="1862" actId="14100"/>
          <ac:spMkLst>
            <pc:docMk/>
            <pc:sldMk cId="542199497" sldId="338"/>
            <ac:spMk id="1024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1:52.331" v="1886" actId="478"/>
          <ac:spMkLst>
            <pc:docMk/>
            <pc:sldMk cId="542199497" sldId="338"/>
            <ac:spMk id="1025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11:26.258" v="1865" actId="20577"/>
          <ac:spMkLst>
            <pc:docMk/>
            <pc:sldMk cId="542199497" sldId="338"/>
            <ac:spMk id="1026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1:55.657" v="1888" actId="478"/>
          <ac:spMkLst>
            <pc:docMk/>
            <pc:sldMk cId="542199497" sldId="338"/>
            <ac:spMk id="1027" creationId="{00000000-0000-0000-0000-000000000000}"/>
          </ac:spMkLst>
        </pc:spChg>
        <pc:spChg chg="mod">
          <ac:chgData name="Guillaume Tricknot" userId="f9d6ff463829de31" providerId="LiveId" clId="{8155BA26-39F8-4BA1-BE03-FF04B3A90F7F}" dt="2024-05-11T10:11:30.454" v="1878" actId="20577"/>
          <ac:spMkLst>
            <pc:docMk/>
            <pc:sldMk cId="542199497" sldId="338"/>
            <ac:spMk id="1028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2:15.191" v="1898" actId="478"/>
          <ac:spMkLst>
            <pc:docMk/>
            <pc:sldMk cId="542199497" sldId="338"/>
            <ac:spMk id="1029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2:18.515" v="1901" actId="478"/>
          <ac:spMkLst>
            <pc:docMk/>
            <pc:sldMk cId="542199497" sldId="338"/>
            <ac:spMk id="1030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2:07.685" v="1893" actId="478"/>
          <ac:spMkLst>
            <pc:docMk/>
            <pc:sldMk cId="542199497" sldId="338"/>
            <ac:spMk id="1031" creationId="{00000000-0000-0000-0000-000000000000}"/>
          </ac:spMkLst>
        </pc:spChg>
        <pc:spChg chg="del">
          <ac:chgData name="Guillaume Tricknot" userId="f9d6ff463829de31" providerId="LiveId" clId="{8155BA26-39F8-4BA1-BE03-FF04B3A90F7F}" dt="2024-05-11T10:12:20.205" v="1903" actId="478"/>
          <ac:spMkLst>
            <pc:docMk/>
            <pc:sldMk cId="542199497" sldId="338"/>
            <ac:spMk id="1032" creationId="{00000000-0000-0000-0000-000000000000}"/>
          </ac:spMkLst>
        </pc:spChg>
        <pc:grpChg chg="del">
          <ac:chgData name="Guillaume Tricknot" userId="f9d6ff463829de31" providerId="LiveId" clId="{8155BA26-39F8-4BA1-BE03-FF04B3A90F7F}" dt="2024-05-11T10:11:36.284" v="1879" actId="478"/>
          <ac:grpSpMkLst>
            <pc:docMk/>
            <pc:sldMk cId="542199497" sldId="338"/>
            <ac:grpSpMk id="1033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10:12:19.284" v="1902" actId="478"/>
          <ac:grpSpMkLst>
            <pc:docMk/>
            <pc:sldMk cId="542199497" sldId="338"/>
            <ac:grpSpMk id="1038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10:12:00.807" v="1890" actId="478"/>
          <ac:grpSpMkLst>
            <pc:docMk/>
            <pc:sldMk cId="542199497" sldId="338"/>
            <ac:grpSpMk id="1042" creationId="{00000000-0000-0000-0000-000000000000}"/>
          </ac:grpSpMkLst>
        </pc:grpChg>
        <pc:grpChg chg="del">
          <ac:chgData name="Guillaume Tricknot" userId="f9d6ff463829de31" providerId="LiveId" clId="{8155BA26-39F8-4BA1-BE03-FF04B3A90F7F}" dt="2024-05-11T10:12:17.819" v="1900" actId="478"/>
          <ac:grpSpMkLst>
            <pc:docMk/>
            <pc:sldMk cId="542199497" sldId="338"/>
            <ac:grpSpMk id="1050" creationId="{00000000-0000-0000-0000-000000000000}"/>
          </ac:grpSpMkLst>
        </pc:grpChg>
        <pc:picChg chg="add mod">
          <ac:chgData name="Guillaume Tricknot" userId="f9d6ff463829de31" providerId="LiveId" clId="{8155BA26-39F8-4BA1-BE03-FF04B3A90F7F}" dt="2024-05-11T10:12:16.630" v="1899" actId="1076"/>
          <ac:picMkLst>
            <pc:docMk/>
            <pc:sldMk cId="542199497" sldId="338"/>
            <ac:picMk id="2" creationId="{7CACA900-D251-16F2-1902-CBBC1FFCA056}"/>
          </ac:picMkLst>
        </pc:picChg>
        <pc:picChg chg="add mod">
          <ac:chgData name="Guillaume Tricknot" userId="f9d6ff463829de31" providerId="LiveId" clId="{8155BA26-39F8-4BA1-BE03-FF04B3A90F7F}" dt="2024-05-11T10:12:12.459" v="1896" actId="1076"/>
          <ac:picMkLst>
            <pc:docMk/>
            <pc:sldMk cId="542199497" sldId="338"/>
            <ac:picMk id="11" creationId="{6BF6F913-7C8A-0B6D-086F-92EFC9E4525F}"/>
          </ac:picMkLst>
        </pc:picChg>
        <pc:picChg chg="add mod">
          <ac:chgData name="Guillaume Tricknot" userId="f9d6ff463829de31" providerId="LiveId" clId="{8155BA26-39F8-4BA1-BE03-FF04B3A90F7F}" dt="2024-05-11T10:13:01.085" v="1910" actId="1076"/>
          <ac:picMkLst>
            <pc:docMk/>
            <pc:sldMk cId="542199497" sldId="338"/>
            <ac:picMk id="13" creationId="{818832AE-EB2E-BF32-3026-0756108701B1}"/>
          </ac:picMkLst>
        </pc:picChg>
        <pc:picChg chg="add mod">
          <ac:chgData name="Guillaume Tricknot" userId="f9d6ff463829de31" providerId="LiveId" clId="{8155BA26-39F8-4BA1-BE03-FF04B3A90F7F}" dt="2024-05-11T10:13:36.061" v="1918" actId="1076"/>
          <ac:picMkLst>
            <pc:docMk/>
            <pc:sldMk cId="542199497" sldId="338"/>
            <ac:picMk id="15" creationId="{718336B0-E3F2-7B57-F79B-0ABB623ACEB3}"/>
          </ac:picMkLst>
        </pc:picChg>
        <pc:picChg chg="add del mod">
          <ac:chgData name="Guillaume Tricknot" userId="f9d6ff463829de31" providerId="LiveId" clId="{8155BA26-39F8-4BA1-BE03-FF04B3A90F7F}" dt="2024-05-11T10:14:47.322" v="1925" actId="478"/>
          <ac:picMkLst>
            <pc:docMk/>
            <pc:sldMk cId="542199497" sldId="338"/>
            <ac:picMk id="4098" creationId="{19173023-C27D-EE27-F58D-789110336BB9}"/>
          </ac:picMkLst>
        </pc:picChg>
      </pc:sldChg>
      <pc:sldChg chg="modSp mod">
        <pc:chgData name="Guillaume Tricknot" userId="f9d6ff463829de31" providerId="LiveId" clId="{8155BA26-39F8-4BA1-BE03-FF04B3A90F7F}" dt="2024-05-12T08:43:24.899" v="2009" actId="114"/>
        <pc:sldMkLst>
          <pc:docMk/>
          <pc:sldMk cId="1519804021" sldId="342"/>
        </pc:sldMkLst>
        <pc:spChg chg="mod">
          <ac:chgData name="Guillaume Tricknot" userId="f9d6ff463829de31" providerId="LiveId" clId="{8155BA26-39F8-4BA1-BE03-FF04B3A90F7F}" dt="2024-05-12T08:43:24.899" v="2009" actId="114"/>
          <ac:spMkLst>
            <pc:docMk/>
            <pc:sldMk cId="1519804021" sldId="342"/>
            <ac:spMk id="3" creationId="{9D86C9F6-75C2-B64A-0494-95C6BD183EFF}"/>
          </ac:spMkLst>
        </pc:spChg>
      </pc:sldChg>
      <pc:sldChg chg="addSp modSp mod modAnim">
        <pc:chgData name="Guillaume Tricknot" userId="f9d6ff463829de31" providerId="LiveId" clId="{8155BA26-39F8-4BA1-BE03-FF04B3A90F7F}" dt="2024-05-12T12:15:07.093" v="2222" actId="20577"/>
        <pc:sldMkLst>
          <pc:docMk/>
          <pc:sldMk cId="2573279948" sldId="343"/>
        </pc:sldMkLst>
        <pc:spChg chg="mod">
          <ac:chgData name="Guillaume Tricknot" userId="f9d6ff463829de31" providerId="LiveId" clId="{8155BA26-39F8-4BA1-BE03-FF04B3A90F7F}" dt="2024-05-12T11:55:45.878" v="2076" actId="20577"/>
          <ac:spMkLst>
            <pc:docMk/>
            <pc:sldMk cId="2573279948" sldId="343"/>
            <ac:spMk id="3" creationId="{9D86C9F6-75C2-B64A-0494-95C6BD183EFF}"/>
          </ac:spMkLst>
        </pc:spChg>
        <pc:spChg chg="mod">
          <ac:chgData name="Guillaume Tricknot" userId="f9d6ff463829de31" providerId="LiveId" clId="{8155BA26-39F8-4BA1-BE03-FF04B3A90F7F}" dt="2024-05-12T12:11:40.691" v="2157" actId="1076"/>
          <ac:spMkLst>
            <pc:docMk/>
            <pc:sldMk cId="2573279948" sldId="343"/>
            <ac:spMk id="5" creationId="{11643F85-0AF9-AA4C-4186-EEF5B05E9556}"/>
          </ac:spMkLst>
        </pc:spChg>
        <pc:spChg chg="mod">
          <ac:chgData name="Guillaume Tricknot" userId="f9d6ff463829de31" providerId="LiveId" clId="{8155BA26-39F8-4BA1-BE03-FF04B3A90F7F}" dt="2024-05-12T12:15:07.093" v="2222" actId="20577"/>
          <ac:spMkLst>
            <pc:docMk/>
            <pc:sldMk cId="2573279948" sldId="343"/>
            <ac:spMk id="7" creationId="{61FEECBA-A04D-E19E-188A-E72C22B67100}"/>
          </ac:spMkLst>
        </pc:spChg>
        <pc:picChg chg="add mod">
          <ac:chgData name="Guillaume Tricknot" userId="f9d6ff463829de31" providerId="LiveId" clId="{8155BA26-39F8-4BA1-BE03-FF04B3A90F7F}" dt="2024-05-12T12:11:51.535" v="2160" actId="1582"/>
          <ac:picMkLst>
            <pc:docMk/>
            <pc:sldMk cId="2573279948" sldId="343"/>
            <ac:picMk id="12" creationId="{7F2DD675-BCF3-FD13-F74B-23F322C8CFE1}"/>
          </ac:picMkLst>
        </pc:picChg>
      </pc:sldChg>
      <pc:sldChg chg="modSp mod">
        <pc:chgData name="Guillaume Tricknot" userId="f9d6ff463829de31" providerId="LiveId" clId="{8155BA26-39F8-4BA1-BE03-FF04B3A90F7F}" dt="2024-05-12T13:14:35.493" v="2286" actId="114"/>
        <pc:sldMkLst>
          <pc:docMk/>
          <pc:sldMk cId="1788013998" sldId="344"/>
        </pc:sldMkLst>
        <pc:spChg chg="mod">
          <ac:chgData name="Guillaume Tricknot" userId="f9d6ff463829de31" providerId="LiveId" clId="{8155BA26-39F8-4BA1-BE03-FF04B3A90F7F}" dt="2024-05-12T12:52:30.550" v="2255" actId="114"/>
          <ac:spMkLst>
            <pc:docMk/>
            <pc:sldMk cId="1788013998" sldId="344"/>
            <ac:spMk id="3" creationId="{9D86C9F6-75C2-B64A-0494-95C6BD183EFF}"/>
          </ac:spMkLst>
        </pc:spChg>
        <pc:spChg chg="mod">
          <ac:chgData name="Guillaume Tricknot" userId="f9d6ff463829de31" providerId="LiveId" clId="{8155BA26-39F8-4BA1-BE03-FF04B3A90F7F}" dt="2024-05-12T13:14:29.910" v="2285" actId="1076"/>
          <ac:spMkLst>
            <pc:docMk/>
            <pc:sldMk cId="1788013998" sldId="344"/>
            <ac:spMk id="5" creationId="{11643F85-0AF9-AA4C-4186-EEF5B05E9556}"/>
          </ac:spMkLst>
        </pc:spChg>
        <pc:spChg chg="mod">
          <ac:chgData name="Guillaume Tricknot" userId="f9d6ff463829de31" providerId="LiveId" clId="{8155BA26-39F8-4BA1-BE03-FF04B3A90F7F}" dt="2024-05-12T13:14:35.493" v="2286" actId="114"/>
          <ac:spMkLst>
            <pc:docMk/>
            <pc:sldMk cId="1788013998" sldId="344"/>
            <ac:spMk id="7" creationId="{61FEECBA-A04D-E19E-188A-E72C22B67100}"/>
          </ac:spMkLst>
        </pc:spChg>
      </pc:sldChg>
      <pc:sldMasterChg chg="delSldLayout">
        <pc:chgData name="Guillaume Tricknot" userId="f9d6ff463829de31" providerId="LiveId" clId="{8155BA26-39F8-4BA1-BE03-FF04B3A90F7F}" dt="2024-05-11T08:40:08.098" v="529" actId="47"/>
        <pc:sldMasterMkLst>
          <pc:docMk/>
          <pc:sldMasterMk cId="0" sldId="2147483681"/>
        </pc:sldMasterMkLst>
        <pc:sldLayoutChg chg="del">
          <pc:chgData name="Guillaume Tricknot" userId="f9d6ff463829de31" providerId="LiveId" clId="{8155BA26-39F8-4BA1-BE03-FF04B3A90F7F}" dt="2024-05-11T08:40:08.098" v="529" actId="47"/>
          <pc:sldLayoutMkLst>
            <pc:docMk/>
            <pc:sldMasterMk cId="0" sldId="2147483681"/>
            <pc:sldLayoutMk cId="0" sldId="2147483659"/>
          </pc:sldLayoutMkLst>
        </pc:sldLayoutChg>
        <pc:sldLayoutChg chg="del">
          <pc:chgData name="Guillaume Tricknot" userId="f9d6ff463829de31" providerId="LiveId" clId="{8155BA26-39F8-4BA1-BE03-FF04B3A90F7F}" dt="2024-05-11T08:40:01.240" v="528" actId="47"/>
          <pc:sldLayoutMkLst>
            <pc:docMk/>
            <pc:sldMasterMk cId="0" sldId="2147483681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e477d3ff6b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e477d3ff6b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e474b7919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e474b7919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e75f259df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e75f259df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644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e75f259df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e75f259df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Extraction avec kit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Normalisation avec le nano drop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First stage PCR = amplifier ADN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Purification Post PCR avec bille magnétique: e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xploitent leur capacité à se lier sélectivement aux acides nucléiques présents dans le mélange réactionnel</a:t>
            </a:r>
            <a:endParaRPr lang="fr-F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561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e75f259df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e75f259df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2 e PCR avec librairie</a:t>
            </a:r>
            <a:r>
              <a:rPr lang="fr-FR">
                <a:sym typeface="Wingdings" panose="05000000000000000000" pitchFamily="2" charset="2"/>
              </a:rPr>
              <a:t> avait montré une mauvaise insertion dans certaine librairie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ym typeface="Wingdings" panose="05000000000000000000" pitchFamily="2" charset="2"/>
              </a:rPr>
              <a:t>Purification  bille magnétique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ym typeface="Wingdings" panose="05000000000000000000" pitchFamily="2" charset="2"/>
              </a:rPr>
              <a:t>Quantification : 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déterminer la concentration et la pureté des échantillons d'ADN préalablement amplifiés, nous avons utilisé une machine </a:t>
            </a:r>
            <a:r>
              <a:rPr lang="fr-FR" sz="1800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Nanodrop</a:t>
            </a:r>
            <a:r>
              <a:rPr lang="fr-FR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Picogreen</a:t>
            </a:r>
            <a:endParaRPr lang="fr-FR" sz="1800" i="1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i="1">
                <a:effectLst/>
                <a:latin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Dénaturation: </a:t>
            </a:r>
            <a:r>
              <a:rPr lang="fr-FR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NaOH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 par chauffage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/ séquençage sur </a:t>
            </a:r>
            <a:r>
              <a:rPr lang="fr-FR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flowcell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qui doit être propre</a:t>
            </a:r>
            <a:endParaRPr lang="fr-FR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747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4506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e75f259d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e75f259d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X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1368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X</a:t>
            </a:r>
          </a:p>
          <a:p>
            <a:r>
              <a:rPr lang="fr-FR" err="1"/>
              <a:t>Pavian</a:t>
            </a:r>
            <a:r>
              <a:rPr lang="fr-FR"/>
              <a:t> = graph de </a:t>
            </a:r>
            <a:r>
              <a:rPr lang="fr-FR" err="1"/>
              <a:t>Sankey</a:t>
            </a:r>
          </a:p>
        </p:txBody>
      </p:sp>
    </p:spTree>
    <p:extLst>
      <p:ext uri="{BB962C8B-B14F-4D97-AF65-F5344CB8AC3E}">
        <p14:creationId xmlns:p14="http://schemas.microsoft.com/office/powerpoint/2010/main" val="2348639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abondance supérieure des </a:t>
            </a:r>
            <a:r>
              <a:rPr lang="fr-FR" sz="1800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Pseudomonata</a:t>
            </a:r>
            <a:r>
              <a:rPr lang="fr-FR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fr-FR" sz="1800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Proteobacteria</a:t>
            </a:r>
            <a:r>
              <a:rPr lang="fr-FR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à plus de 60%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dans les deux échantillons.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 à noter que les ascomycètes ne sont pas retrouvés dans l’analyse avec </a:t>
            </a:r>
            <a:r>
              <a:rPr lang="fr-FR" sz="1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Kraken2</a:t>
            </a:r>
            <a:r>
              <a:rPr lang="fr-FR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cela provient du fait que l’analyse en 16S a été réalisée sur une base de données de bactérie donc ne pouvant pas ressortir d’ascomycète.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804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Nématodes à plus de 75% dans les deux échantillons.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026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Les deux analyses ont trouvé seulement des </a:t>
            </a:r>
            <a:r>
              <a:rPr lang="fr-FR" sz="1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Ascomycètes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600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021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289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334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965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957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988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6373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4401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771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e477d3ff6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e477d3ff6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8828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16S: </a:t>
            </a:r>
          </a:p>
          <a:p>
            <a:pPr marL="615950" lvl="1" indent="0">
              <a:buNone/>
            </a:pP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Dégradation de </a:t>
            </a:r>
            <a:r>
              <a:rPr lang="fr-FR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poluant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:Ces organismes, souvent retrouvés dans le sol, interviennent dans la dégradation d’hydrocarbures, de tannins, la cellulose, de lignine et certains herbicide et pesticides</a:t>
            </a:r>
          </a:p>
          <a:p>
            <a:pPr marL="158750" indent="0">
              <a:buNone/>
            </a:pPr>
            <a:r>
              <a:rPr lang="fr-FR"/>
              <a:t>            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promotion de la croissance: </a:t>
            </a:r>
          </a:p>
          <a:p>
            <a:pPr marL="457200" indent="-298450"/>
            <a:r>
              <a:rPr lang="fr-FR" sz="180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18S:</a:t>
            </a:r>
          </a:p>
          <a:p>
            <a:pPr marL="158750" indent="0">
              <a:buNone/>
            </a:pPr>
            <a:r>
              <a:rPr lang="fr-FR"/>
              <a:t>	</a:t>
            </a:r>
            <a:r>
              <a:rPr lang="fr-FR" sz="1100">
                <a:latin typeface="Tenor Sans" panose="020B0604020202020204" charset="0"/>
              </a:rPr>
              <a:t>Saprophytes = 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nourrissent principalement de matière organique morte et en décomposition</a:t>
            </a:r>
          </a:p>
          <a:p>
            <a:pPr marL="158750" indent="0">
              <a:buNone/>
            </a:pPr>
            <a:r>
              <a:rPr lang="fr-FR" sz="1800">
                <a:effectLst/>
                <a:latin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rôle essentiel dans les processus de décomposition et au recyclage des éléments nutritifs où elle vit</a:t>
            </a:r>
          </a:p>
          <a:p>
            <a:pPr marL="158750" indent="0">
              <a:buNone/>
            </a:pPr>
            <a:endParaRPr lang="fr-FR" sz="11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338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556236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X ou R</a:t>
            </a:r>
          </a:p>
          <a:p>
            <a:r>
              <a:rPr lang="fr-FR"/>
              <a:t>Labo a permis de faire une analyse </a:t>
            </a:r>
            <a:r>
              <a:rPr lang="fr-FR" err="1"/>
              <a:t>métaganénomique</a:t>
            </a:r>
            <a:r>
              <a:rPr lang="fr-FR"/>
              <a:t> du prélèvement d’échantillons à l’analyse</a:t>
            </a:r>
          </a:p>
          <a:p>
            <a:r>
              <a:rPr lang="fr-FR"/>
              <a:t>Nous a permis d’identifier les biais de préparation pouvant altéré les résultats</a:t>
            </a:r>
          </a:p>
          <a:p>
            <a:r>
              <a:rPr lang="fr-FR"/>
              <a:t>Une analyse à partir des fichiers FASTQ avec Kraken</a:t>
            </a:r>
          </a:p>
          <a:p>
            <a:r>
              <a:rPr lang="fr-FR"/>
              <a:t>Une analyse avec les données sortant du pipeline d’Ath</a:t>
            </a:r>
          </a:p>
          <a:p>
            <a:r>
              <a:rPr lang="fr-FR"/>
              <a:t>Des organismes identifiées et certain identifié et recherché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2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2050" y="1311025"/>
            <a:ext cx="4790700" cy="6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30525" y="4052637"/>
            <a:ext cx="38619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829725" y="2789274"/>
            <a:ext cx="3959100" cy="412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742050" y="2042325"/>
            <a:ext cx="4790700" cy="453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Tenor Sans"/>
                <a:ea typeface="Tenor Sans"/>
                <a:cs typeface="Tenor Sans"/>
                <a:sym typeface="Tenor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423374" y="40906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6858155" y="40906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162497" y="40906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423374" y="36568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7292936" y="36568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7727717" y="36568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8162497" y="36568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292936" y="32230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162497" y="32230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23374" y="27892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6858155" y="27892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7292936" y="27892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7727717" y="2789287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7689202" y="2789702"/>
            <a:ext cx="718188" cy="670662"/>
          </a:xfrm>
          <a:custGeom>
            <a:avLst/>
            <a:gdLst/>
            <a:ahLst/>
            <a:cxnLst/>
            <a:rect l="l" t="t" r="r" b="b"/>
            <a:pathLst>
              <a:path w="12293" h="11480" extrusionOk="0">
                <a:moveTo>
                  <a:pt x="10128" y="1"/>
                </a:moveTo>
                <a:cubicBezTo>
                  <a:pt x="10068" y="1"/>
                  <a:pt x="10009" y="3"/>
                  <a:pt x="9949" y="9"/>
                </a:cubicBezTo>
                <a:cubicBezTo>
                  <a:pt x="8933" y="93"/>
                  <a:pt x="8132" y="894"/>
                  <a:pt x="8048" y="1903"/>
                </a:cubicBezTo>
                <a:lnTo>
                  <a:pt x="8048" y="1929"/>
                </a:lnTo>
                <a:cubicBezTo>
                  <a:pt x="7969" y="3088"/>
                  <a:pt x="7488" y="4182"/>
                  <a:pt x="6680" y="5015"/>
                </a:cubicBezTo>
                <a:lnTo>
                  <a:pt x="5997" y="5718"/>
                </a:lnTo>
                <a:cubicBezTo>
                  <a:pt x="5066" y="6656"/>
                  <a:pt x="3835" y="7229"/>
                  <a:pt x="2527" y="7333"/>
                </a:cubicBezTo>
                <a:lnTo>
                  <a:pt x="2494" y="7333"/>
                </a:lnTo>
                <a:cubicBezTo>
                  <a:pt x="743" y="7515"/>
                  <a:pt x="0" y="9664"/>
                  <a:pt x="1264" y="10894"/>
                </a:cubicBezTo>
                <a:cubicBezTo>
                  <a:pt x="1682" y="11297"/>
                  <a:pt x="2193" y="11480"/>
                  <a:pt x="2694" y="11480"/>
                </a:cubicBezTo>
                <a:cubicBezTo>
                  <a:pt x="3715" y="11480"/>
                  <a:pt x="4696" y="10725"/>
                  <a:pt x="4779" y="9547"/>
                </a:cubicBezTo>
                <a:lnTo>
                  <a:pt x="4779" y="9514"/>
                </a:lnTo>
                <a:cubicBezTo>
                  <a:pt x="4838" y="8342"/>
                  <a:pt x="5320" y="7229"/>
                  <a:pt x="6140" y="6382"/>
                </a:cubicBezTo>
                <a:lnTo>
                  <a:pt x="6745" y="5757"/>
                </a:lnTo>
                <a:cubicBezTo>
                  <a:pt x="7689" y="4807"/>
                  <a:pt x="8940" y="4234"/>
                  <a:pt x="10274" y="4143"/>
                </a:cubicBezTo>
                <a:lnTo>
                  <a:pt x="10300" y="4143"/>
                </a:lnTo>
                <a:cubicBezTo>
                  <a:pt x="11446" y="4045"/>
                  <a:pt x="12292" y="3042"/>
                  <a:pt x="12195" y="1897"/>
                </a:cubicBezTo>
                <a:cubicBezTo>
                  <a:pt x="12102" y="817"/>
                  <a:pt x="11192" y="1"/>
                  <a:pt x="101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 rot="10800000">
            <a:off x="6393824" y="3219962"/>
            <a:ext cx="721863" cy="679725"/>
          </a:xfrm>
          <a:custGeom>
            <a:avLst/>
            <a:gdLst/>
            <a:ahLst/>
            <a:cxnLst/>
            <a:rect l="l" t="t" r="r" b="b"/>
            <a:pathLst>
              <a:path w="12189" h="11477" extrusionOk="0">
                <a:moveTo>
                  <a:pt x="2333" y="0"/>
                </a:moveTo>
                <a:cubicBezTo>
                  <a:pt x="1473" y="0"/>
                  <a:pt x="700" y="544"/>
                  <a:pt x="397" y="1355"/>
                </a:cubicBezTo>
                <a:cubicBezTo>
                  <a:pt x="98" y="2181"/>
                  <a:pt x="345" y="3106"/>
                  <a:pt x="1016" y="3666"/>
                </a:cubicBezTo>
                <a:cubicBezTo>
                  <a:pt x="1648" y="4187"/>
                  <a:pt x="2019" y="4968"/>
                  <a:pt x="2019" y="5788"/>
                </a:cubicBezTo>
                <a:lnTo>
                  <a:pt x="2019" y="5821"/>
                </a:lnTo>
                <a:cubicBezTo>
                  <a:pt x="2012" y="6583"/>
                  <a:pt x="1654" y="7305"/>
                  <a:pt x="1049" y="7781"/>
                </a:cubicBezTo>
                <a:cubicBezTo>
                  <a:pt x="85" y="8549"/>
                  <a:pt x="0" y="9994"/>
                  <a:pt x="879" y="10867"/>
                </a:cubicBezTo>
                <a:cubicBezTo>
                  <a:pt x="1285" y="11276"/>
                  <a:pt x="1814" y="11476"/>
                  <a:pt x="2342" y="11476"/>
                </a:cubicBezTo>
                <a:cubicBezTo>
                  <a:pt x="2948" y="11476"/>
                  <a:pt x="3551" y="11212"/>
                  <a:pt x="3965" y="10697"/>
                </a:cubicBezTo>
                <a:cubicBezTo>
                  <a:pt x="4434" y="10092"/>
                  <a:pt x="5157" y="9734"/>
                  <a:pt x="5925" y="9727"/>
                </a:cubicBezTo>
                <a:cubicBezTo>
                  <a:pt x="6765" y="9734"/>
                  <a:pt x="7559" y="10111"/>
                  <a:pt x="8093" y="10749"/>
                </a:cubicBezTo>
                <a:cubicBezTo>
                  <a:pt x="8514" y="11239"/>
                  <a:pt x="9093" y="11473"/>
                  <a:pt x="9667" y="11473"/>
                </a:cubicBezTo>
                <a:cubicBezTo>
                  <a:pt x="10415" y="11473"/>
                  <a:pt x="11155" y="11075"/>
                  <a:pt x="11531" y="10320"/>
                </a:cubicBezTo>
                <a:cubicBezTo>
                  <a:pt x="12188" y="8992"/>
                  <a:pt x="11277" y="7416"/>
                  <a:pt x="9799" y="7325"/>
                </a:cubicBezTo>
                <a:lnTo>
                  <a:pt x="9792" y="7331"/>
                </a:lnTo>
                <a:cubicBezTo>
                  <a:pt x="9745" y="7328"/>
                  <a:pt x="9698" y="7327"/>
                  <a:pt x="9652" y="7327"/>
                </a:cubicBezTo>
                <a:cubicBezTo>
                  <a:pt x="9039" y="7327"/>
                  <a:pt x="8460" y="7602"/>
                  <a:pt x="8067" y="8080"/>
                </a:cubicBezTo>
                <a:cubicBezTo>
                  <a:pt x="7533" y="8712"/>
                  <a:pt x="6752" y="9076"/>
                  <a:pt x="5925" y="9076"/>
                </a:cubicBezTo>
                <a:cubicBezTo>
                  <a:pt x="5163" y="9070"/>
                  <a:pt x="4441" y="8718"/>
                  <a:pt x="3972" y="8113"/>
                </a:cubicBezTo>
                <a:cubicBezTo>
                  <a:pt x="3874" y="7995"/>
                  <a:pt x="3770" y="7885"/>
                  <a:pt x="3653" y="7787"/>
                </a:cubicBezTo>
                <a:cubicBezTo>
                  <a:pt x="3041" y="7305"/>
                  <a:pt x="2676" y="6570"/>
                  <a:pt x="2670" y="5788"/>
                </a:cubicBezTo>
                <a:cubicBezTo>
                  <a:pt x="2663" y="4981"/>
                  <a:pt x="3021" y="4206"/>
                  <a:pt x="3646" y="3692"/>
                </a:cubicBezTo>
                <a:cubicBezTo>
                  <a:pt x="4330" y="3145"/>
                  <a:pt x="4597" y="2227"/>
                  <a:pt x="4304" y="1394"/>
                </a:cubicBezTo>
                <a:cubicBezTo>
                  <a:pt x="4017" y="567"/>
                  <a:pt x="3243" y="7"/>
                  <a:pt x="2364" y="0"/>
                </a:cubicBezTo>
                <a:cubicBezTo>
                  <a:pt x="2353" y="0"/>
                  <a:pt x="2343" y="0"/>
                  <a:pt x="23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 rot="5400000">
            <a:off x="7495591" y="3871946"/>
            <a:ext cx="265955" cy="677165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42050" y="991500"/>
            <a:ext cx="7659900" cy="3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Tenor Sans"/>
              <a:buAutoNum type="arabicPeriod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1221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258725" y="598008"/>
            <a:ext cx="1143264" cy="244241"/>
          </a:xfrm>
          <a:custGeom>
            <a:avLst/>
            <a:gdLst/>
            <a:ahLst/>
            <a:cxnLst/>
            <a:rect l="l" t="t" r="r" b="b"/>
            <a:pathLst>
              <a:path w="19435" h="4152" extrusionOk="0">
                <a:moveTo>
                  <a:pt x="2082" y="1"/>
                </a:moveTo>
                <a:cubicBezTo>
                  <a:pt x="1834" y="1"/>
                  <a:pt x="1583" y="45"/>
                  <a:pt x="1342" y="137"/>
                </a:cubicBezTo>
                <a:cubicBezTo>
                  <a:pt x="534" y="449"/>
                  <a:pt x="0" y="1224"/>
                  <a:pt x="13" y="2090"/>
                </a:cubicBezTo>
                <a:cubicBezTo>
                  <a:pt x="20" y="2956"/>
                  <a:pt x="560" y="3724"/>
                  <a:pt x="1368" y="4023"/>
                </a:cubicBezTo>
                <a:cubicBezTo>
                  <a:pt x="1601" y="4109"/>
                  <a:pt x="1843" y="4151"/>
                  <a:pt x="2082" y="4151"/>
                </a:cubicBezTo>
                <a:cubicBezTo>
                  <a:pt x="2676" y="4151"/>
                  <a:pt x="3256" y="3895"/>
                  <a:pt x="3659" y="3431"/>
                </a:cubicBezTo>
                <a:cubicBezTo>
                  <a:pt x="4200" y="2786"/>
                  <a:pt x="4994" y="2409"/>
                  <a:pt x="5834" y="2402"/>
                </a:cubicBezTo>
                <a:lnTo>
                  <a:pt x="5997" y="2402"/>
                </a:lnTo>
                <a:cubicBezTo>
                  <a:pt x="6726" y="2402"/>
                  <a:pt x="7403" y="2747"/>
                  <a:pt x="7839" y="3327"/>
                </a:cubicBezTo>
                <a:cubicBezTo>
                  <a:pt x="8251" y="3874"/>
                  <a:pt x="8872" y="4151"/>
                  <a:pt x="9494" y="4151"/>
                </a:cubicBezTo>
                <a:cubicBezTo>
                  <a:pt x="10071" y="4151"/>
                  <a:pt x="10649" y="3913"/>
                  <a:pt x="11062" y="3431"/>
                </a:cubicBezTo>
                <a:cubicBezTo>
                  <a:pt x="11602" y="2786"/>
                  <a:pt x="12397" y="2409"/>
                  <a:pt x="13236" y="2402"/>
                </a:cubicBezTo>
                <a:lnTo>
                  <a:pt x="13373" y="2402"/>
                </a:lnTo>
                <a:cubicBezTo>
                  <a:pt x="14115" y="2409"/>
                  <a:pt x="14812" y="2760"/>
                  <a:pt x="15261" y="3353"/>
                </a:cubicBezTo>
                <a:cubicBezTo>
                  <a:pt x="15680" y="3890"/>
                  <a:pt x="16287" y="4150"/>
                  <a:pt x="16892" y="4150"/>
                </a:cubicBezTo>
                <a:cubicBezTo>
                  <a:pt x="17621" y="4150"/>
                  <a:pt x="18347" y="3770"/>
                  <a:pt x="18731" y="3040"/>
                </a:cubicBezTo>
                <a:cubicBezTo>
                  <a:pt x="19435" y="1712"/>
                  <a:pt x="18530" y="97"/>
                  <a:pt x="17026" y="6"/>
                </a:cubicBezTo>
                <a:cubicBezTo>
                  <a:pt x="16980" y="3"/>
                  <a:pt x="16935" y="2"/>
                  <a:pt x="16890" y="2"/>
                </a:cubicBezTo>
                <a:cubicBezTo>
                  <a:pt x="16249" y="2"/>
                  <a:pt x="15638" y="303"/>
                  <a:pt x="15248" y="820"/>
                </a:cubicBezTo>
                <a:cubicBezTo>
                  <a:pt x="14799" y="1406"/>
                  <a:pt x="14102" y="1751"/>
                  <a:pt x="13367" y="1751"/>
                </a:cubicBezTo>
                <a:lnTo>
                  <a:pt x="13236" y="1751"/>
                </a:lnTo>
                <a:cubicBezTo>
                  <a:pt x="12397" y="1738"/>
                  <a:pt x="11602" y="1367"/>
                  <a:pt x="11062" y="722"/>
                </a:cubicBezTo>
                <a:cubicBezTo>
                  <a:pt x="10649" y="240"/>
                  <a:pt x="10071" y="2"/>
                  <a:pt x="9494" y="2"/>
                </a:cubicBezTo>
                <a:cubicBezTo>
                  <a:pt x="8872" y="2"/>
                  <a:pt x="8251" y="279"/>
                  <a:pt x="7839" y="827"/>
                </a:cubicBezTo>
                <a:cubicBezTo>
                  <a:pt x="7403" y="1406"/>
                  <a:pt x="6726" y="1745"/>
                  <a:pt x="5997" y="1751"/>
                </a:cubicBezTo>
                <a:lnTo>
                  <a:pt x="5906" y="1751"/>
                </a:lnTo>
                <a:cubicBezTo>
                  <a:pt x="5033" y="1738"/>
                  <a:pt x="4206" y="1354"/>
                  <a:pt x="3640" y="696"/>
                </a:cubicBezTo>
                <a:cubicBezTo>
                  <a:pt x="3234" y="245"/>
                  <a:pt x="2664" y="1"/>
                  <a:pt x="20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4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8" name="Google Shape;58;p6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5550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461990" y="1033568"/>
            <a:ext cx="244418" cy="244418"/>
          </a:xfrm>
          <a:custGeom>
            <a:avLst/>
            <a:gdLst/>
            <a:ahLst/>
            <a:cxnLst/>
            <a:rect l="l" t="t" r="r" b="b"/>
            <a:pathLst>
              <a:path w="4155" h="4155" extrusionOk="0">
                <a:moveTo>
                  <a:pt x="2077" y="1"/>
                </a:moveTo>
                <a:cubicBezTo>
                  <a:pt x="931" y="1"/>
                  <a:pt x="0" y="932"/>
                  <a:pt x="0" y="2078"/>
                </a:cubicBezTo>
                <a:cubicBezTo>
                  <a:pt x="0" y="3224"/>
                  <a:pt x="931" y="4155"/>
                  <a:pt x="2077" y="4155"/>
                </a:cubicBezTo>
                <a:cubicBezTo>
                  <a:pt x="3223" y="4155"/>
                  <a:pt x="4154" y="3224"/>
                  <a:pt x="4154" y="2078"/>
                </a:cubicBezTo>
                <a:cubicBezTo>
                  <a:pt x="4154" y="932"/>
                  <a:pt x="3223" y="1"/>
                  <a:pt x="2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7582050" y="599788"/>
            <a:ext cx="1143264" cy="244241"/>
          </a:xfrm>
          <a:custGeom>
            <a:avLst/>
            <a:gdLst/>
            <a:ahLst/>
            <a:cxnLst/>
            <a:rect l="l" t="t" r="r" b="b"/>
            <a:pathLst>
              <a:path w="19435" h="4152" extrusionOk="0">
                <a:moveTo>
                  <a:pt x="2082" y="1"/>
                </a:moveTo>
                <a:cubicBezTo>
                  <a:pt x="1834" y="1"/>
                  <a:pt x="1583" y="45"/>
                  <a:pt x="1342" y="137"/>
                </a:cubicBezTo>
                <a:cubicBezTo>
                  <a:pt x="534" y="449"/>
                  <a:pt x="0" y="1224"/>
                  <a:pt x="13" y="2090"/>
                </a:cubicBezTo>
                <a:cubicBezTo>
                  <a:pt x="20" y="2956"/>
                  <a:pt x="560" y="3724"/>
                  <a:pt x="1368" y="4023"/>
                </a:cubicBezTo>
                <a:cubicBezTo>
                  <a:pt x="1601" y="4109"/>
                  <a:pt x="1843" y="4151"/>
                  <a:pt x="2082" y="4151"/>
                </a:cubicBezTo>
                <a:cubicBezTo>
                  <a:pt x="2676" y="4151"/>
                  <a:pt x="3256" y="3895"/>
                  <a:pt x="3659" y="3431"/>
                </a:cubicBezTo>
                <a:cubicBezTo>
                  <a:pt x="4200" y="2786"/>
                  <a:pt x="4994" y="2409"/>
                  <a:pt x="5834" y="2402"/>
                </a:cubicBezTo>
                <a:lnTo>
                  <a:pt x="5997" y="2402"/>
                </a:lnTo>
                <a:cubicBezTo>
                  <a:pt x="6726" y="2402"/>
                  <a:pt x="7403" y="2747"/>
                  <a:pt x="7839" y="3327"/>
                </a:cubicBezTo>
                <a:cubicBezTo>
                  <a:pt x="8251" y="3874"/>
                  <a:pt x="8872" y="4151"/>
                  <a:pt x="9494" y="4151"/>
                </a:cubicBezTo>
                <a:cubicBezTo>
                  <a:pt x="10071" y="4151"/>
                  <a:pt x="10649" y="3913"/>
                  <a:pt x="11062" y="3431"/>
                </a:cubicBezTo>
                <a:cubicBezTo>
                  <a:pt x="11602" y="2786"/>
                  <a:pt x="12397" y="2409"/>
                  <a:pt x="13236" y="2402"/>
                </a:cubicBezTo>
                <a:lnTo>
                  <a:pt x="13373" y="2402"/>
                </a:lnTo>
                <a:cubicBezTo>
                  <a:pt x="14115" y="2409"/>
                  <a:pt x="14812" y="2760"/>
                  <a:pt x="15261" y="3353"/>
                </a:cubicBezTo>
                <a:cubicBezTo>
                  <a:pt x="15680" y="3890"/>
                  <a:pt x="16287" y="4150"/>
                  <a:pt x="16892" y="4150"/>
                </a:cubicBezTo>
                <a:cubicBezTo>
                  <a:pt x="17621" y="4150"/>
                  <a:pt x="18347" y="3770"/>
                  <a:pt x="18731" y="3040"/>
                </a:cubicBezTo>
                <a:cubicBezTo>
                  <a:pt x="19435" y="1712"/>
                  <a:pt x="18530" y="97"/>
                  <a:pt x="17026" y="6"/>
                </a:cubicBezTo>
                <a:cubicBezTo>
                  <a:pt x="16980" y="3"/>
                  <a:pt x="16935" y="2"/>
                  <a:pt x="16890" y="2"/>
                </a:cubicBezTo>
                <a:cubicBezTo>
                  <a:pt x="16249" y="2"/>
                  <a:pt x="15638" y="303"/>
                  <a:pt x="15248" y="820"/>
                </a:cubicBezTo>
                <a:cubicBezTo>
                  <a:pt x="14799" y="1406"/>
                  <a:pt x="14102" y="1751"/>
                  <a:pt x="13367" y="1751"/>
                </a:cubicBezTo>
                <a:lnTo>
                  <a:pt x="13236" y="1751"/>
                </a:lnTo>
                <a:cubicBezTo>
                  <a:pt x="12397" y="1738"/>
                  <a:pt x="11602" y="1367"/>
                  <a:pt x="11062" y="722"/>
                </a:cubicBezTo>
                <a:cubicBezTo>
                  <a:pt x="10649" y="240"/>
                  <a:pt x="10071" y="2"/>
                  <a:pt x="9494" y="2"/>
                </a:cubicBezTo>
                <a:cubicBezTo>
                  <a:pt x="8872" y="2"/>
                  <a:pt x="8251" y="279"/>
                  <a:pt x="7839" y="827"/>
                </a:cubicBezTo>
                <a:cubicBezTo>
                  <a:pt x="7403" y="1406"/>
                  <a:pt x="6726" y="1745"/>
                  <a:pt x="5997" y="1751"/>
                </a:cubicBezTo>
                <a:lnTo>
                  <a:pt x="5906" y="1751"/>
                </a:lnTo>
                <a:cubicBezTo>
                  <a:pt x="5033" y="1738"/>
                  <a:pt x="4206" y="1354"/>
                  <a:pt x="3640" y="696"/>
                </a:cubicBezTo>
                <a:cubicBezTo>
                  <a:pt x="3234" y="245"/>
                  <a:pt x="2664" y="1"/>
                  <a:pt x="20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1388100" y="1074525"/>
            <a:ext cx="6367800" cy="230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2" name="Google Shape;72;p8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8"/>
          <p:cNvSpPr/>
          <p:nvPr/>
        </p:nvSpPr>
        <p:spPr>
          <a:xfrm>
            <a:off x="8044073" y="745538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0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8043898" y="1176362"/>
            <a:ext cx="244359" cy="244418"/>
          </a:xfrm>
          <a:custGeom>
            <a:avLst/>
            <a:gdLst/>
            <a:ahLst/>
            <a:cxnLst/>
            <a:rect l="l" t="t" r="r" b="b"/>
            <a:pathLst>
              <a:path w="4154" h="4155" extrusionOk="0">
                <a:moveTo>
                  <a:pt x="2077" y="1"/>
                </a:moveTo>
                <a:cubicBezTo>
                  <a:pt x="931" y="1"/>
                  <a:pt x="0" y="932"/>
                  <a:pt x="0" y="2078"/>
                </a:cubicBezTo>
                <a:cubicBezTo>
                  <a:pt x="0" y="3224"/>
                  <a:pt x="931" y="4155"/>
                  <a:pt x="2077" y="4155"/>
                </a:cubicBezTo>
                <a:cubicBezTo>
                  <a:pt x="3223" y="4155"/>
                  <a:pt x="4154" y="3224"/>
                  <a:pt x="4154" y="2078"/>
                </a:cubicBezTo>
                <a:cubicBezTo>
                  <a:pt x="4154" y="932"/>
                  <a:pt x="3223" y="1"/>
                  <a:pt x="2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8479723" y="1176362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1"/>
                </a:moveTo>
                <a:cubicBezTo>
                  <a:pt x="925" y="1"/>
                  <a:pt x="0" y="932"/>
                  <a:pt x="0" y="2078"/>
                </a:cubicBezTo>
                <a:cubicBezTo>
                  <a:pt x="0" y="3224"/>
                  <a:pt x="925" y="4155"/>
                  <a:pt x="2070" y="4155"/>
                </a:cubicBezTo>
                <a:cubicBezTo>
                  <a:pt x="3216" y="4155"/>
                  <a:pt x="4147" y="3224"/>
                  <a:pt x="4147" y="2078"/>
                </a:cubicBezTo>
                <a:cubicBezTo>
                  <a:pt x="4147" y="932"/>
                  <a:pt x="3216" y="1"/>
                  <a:pt x="20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8043878" y="314654"/>
            <a:ext cx="694782" cy="675311"/>
          </a:xfrm>
          <a:custGeom>
            <a:avLst/>
            <a:gdLst/>
            <a:ahLst/>
            <a:cxnLst/>
            <a:rect l="l" t="t" r="r" b="b"/>
            <a:pathLst>
              <a:path w="11811" h="11480" extrusionOk="0">
                <a:moveTo>
                  <a:pt x="2082" y="1"/>
                </a:moveTo>
                <a:cubicBezTo>
                  <a:pt x="1847" y="1"/>
                  <a:pt x="1610" y="41"/>
                  <a:pt x="1381" y="125"/>
                </a:cubicBezTo>
                <a:cubicBezTo>
                  <a:pt x="554" y="418"/>
                  <a:pt x="7" y="1199"/>
                  <a:pt x="0" y="2072"/>
                </a:cubicBezTo>
                <a:cubicBezTo>
                  <a:pt x="0" y="2951"/>
                  <a:pt x="547" y="3732"/>
                  <a:pt x="1374" y="4025"/>
                </a:cubicBezTo>
                <a:cubicBezTo>
                  <a:pt x="1606" y="4110"/>
                  <a:pt x="1846" y="4151"/>
                  <a:pt x="2083" y="4151"/>
                </a:cubicBezTo>
                <a:cubicBezTo>
                  <a:pt x="2687" y="4151"/>
                  <a:pt x="3275" y="3886"/>
                  <a:pt x="3672" y="3400"/>
                </a:cubicBezTo>
                <a:cubicBezTo>
                  <a:pt x="4206" y="2749"/>
                  <a:pt x="5000" y="2371"/>
                  <a:pt x="5840" y="2365"/>
                </a:cubicBezTo>
                <a:lnTo>
                  <a:pt x="6029" y="2365"/>
                </a:lnTo>
                <a:cubicBezTo>
                  <a:pt x="6036" y="2365"/>
                  <a:pt x="6042" y="2365"/>
                  <a:pt x="6049" y="2365"/>
                </a:cubicBezTo>
                <a:cubicBezTo>
                  <a:pt x="6732" y="2365"/>
                  <a:pt x="7374" y="2696"/>
                  <a:pt x="7774" y="3257"/>
                </a:cubicBezTo>
                <a:cubicBezTo>
                  <a:pt x="7898" y="3439"/>
                  <a:pt x="8054" y="3602"/>
                  <a:pt x="8230" y="3732"/>
                </a:cubicBezTo>
                <a:cubicBezTo>
                  <a:pt x="8848" y="4214"/>
                  <a:pt x="9206" y="4956"/>
                  <a:pt x="9200" y="5744"/>
                </a:cubicBezTo>
                <a:lnTo>
                  <a:pt x="9200" y="5809"/>
                </a:lnTo>
                <a:cubicBezTo>
                  <a:pt x="9187" y="6577"/>
                  <a:pt x="8822" y="7300"/>
                  <a:pt x="8210" y="7769"/>
                </a:cubicBezTo>
                <a:cubicBezTo>
                  <a:pt x="7507" y="8309"/>
                  <a:pt x="7234" y="9233"/>
                  <a:pt x="7514" y="10073"/>
                </a:cubicBezTo>
                <a:cubicBezTo>
                  <a:pt x="7800" y="10907"/>
                  <a:pt x="8581" y="11473"/>
                  <a:pt x="9467" y="11480"/>
                </a:cubicBezTo>
                <a:cubicBezTo>
                  <a:pt x="9472" y="11480"/>
                  <a:pt x="9477" y="11480"/>
                  <a:pt x="9482" y="11480"/>
                </a:cubicBezTo>
                <a:cubicBezTo>
                  <a:pt x="10361" y="11480"/>
                  <a:pt x="11142" y="10928"/>
                  <a:pt x="11439" y="10099"/>
                </a:cubicBezTo>
                <a:cubicBezTo>
                  <a:pt x="11732" y="9266"/>
                  <a:pt x="11466" y="8335"/>
                  <a:pt x="10775" y="7782"/>
                </a:cubicBezTo>
                <a:cubicBezTo>
                  <a:pt x="10196" y="7332"/>
                  <a:pt x="9857" y="6642"/>
                  <a:pt x="9851" y="5907"/>
                </a:cubicBezTo>
                <a:lnTo>
                  <a:pt x="9851" y="5633"/>
                </a:lnTo>
                <a:cubicBezTo>
                  <a:pt x="9857" y="4871"/>
                  <a:pt x="10209" y="4155"/>
                  <a:pt x="10801" y="3680"/>
                </a:cubicBezTo>
                <a:cubicBezTo>
                  <a:pt x="11758" y="2886"/>
                  <a:pt x="11811" y="1434"/>
                  <a:pt x="10912" y="574"/>
                </a:cubicBezTo>
                <a:cubicBezTo>
                  <a:pt x="10507" y="193"/>
                  <a:pt x="9994" y="7"/>
                  <a:pt x="9485" y="7"/>
                </a:cubicBezTo>
                <a:cubicBezTo>
                  <a:pt x="8855" y="7"/>
                  <a:pt x="8230" y="291"/>
                  <a:pt x="7820" y="841"/>
                </a:cubicBezTo>
                <a:cubicBezTo>
                  <a:pt x="7429" y="1382"/>
                  <a:pt x="6804" y="1701"/>
                  <a:pt x="6140" y="1714"/>
                </a:cubicBezTo>
                <a:lnTo>
                  <a:pt x="5775" y="1714"/>
                </a:lnTo>
                <a:cubicBezTo>
                  <a:pt x="5768" y="1714"/>
                  <a:pt x="5761" y="1714"/>
                  <a:pt x="5753" y="1714"/>
                </a:cubicBezTo>
                <a:cubicBezTo>
                  <a:pt x="4954" y="1714"/>
                  <a:pt x="4195" y="1363"/>
                  <a:pt x="3679" y="757"/>
                </a:cubicBezTo>
                <a:cubicBezTo>
                  <a:pt x="3276" y="269"/>
                  <a:pt x="2687" y="1"/>
                  <a:pt x="20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7615973" y="314663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0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7188048" y="314663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0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851872" y="3526350"/>
            <a:ext cx="244418" cy="244418"/>
          </a:xfrm>
          <a:custGeom>
            <a:avLst/>
            <a:gdLst/>
            <a:ahLst/>
            <a:cxnLst/>
            <a:rect l="l" t="t" r="r" b="b"/>
            <a:pathLst>
              <a:path w="4155" h="4155" extrusionOk="0">
                <a:moveTo>
                  <a:pt x="2078" y="0"/>
                </a:moveTo>
                <a:cubicBezTo>
                  <a:pt x="932" y="0"/>
                  <a:pt x="1" y="931"/>
                  <a:pt x="1" y="2077"/>
                </a:cubicBezTo>
                <a:cubicBezTo>
                  <a:pt x="1" y="3223"/>
                  <a:pt x="932" y="4154"/>
                  <a:pt x="2078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421047" y="3095526"/>
            <a:ext cx="244418" cy="244359"/>
          </a:xfrm>
          <a:custGeom>
            <a:avLst/>
            <a:gdLst/>
            <a:ahLst/>
            <a:cxnLst/>
            <a:rect l="l" t="t" r="r" b="b"/>
            <a:pathLst>
              <a:path w="4155" h="4154" extrusionOk="0">
                <a:moveTo>
                  <a:pt x="2077" y="0"/>
                </a:moveTo>
                <a:cubicBezTo>
                  <a:pt x="931" y="0"/>
                  <a:pt x="0" y="931"/>
                  <a:pt x="0" y="2077"/>
                </a:cubicBezTo>
                <a:cubicBezTo>
                  <a:pt x="0" y="3223"/>
                  <a:pt x="931" y="4154"/>
                  <a:pt x="2077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405341" y="3526350"/>
            <a:ext cx="717018" cy="675135"/>
          </a:xfrm>
          <a:custGeom>
            <a:avLst/>
            <a:gdLst/>
            <a:ahLst/>
            <a:cxnLst/>
            <a:rect l="l" t="t" r="r" b="b"/>
            <a:pathLst>
              <a:path w="12189" h="11477" extrusionOk="0">
                <a:moveTo>
                  <a:pt x="2333" y="0"/>
                </a:moveTo>
                <a:cubicBezTo>
                  <a:pt x="1473" y="0"/>
                  <a:pt x="700" y="544"/>
                  <a:pt x="397" y="1355"/>
                </a:cubicBezTo>
                <a:cubicBezTo>
                  <a:pt x="98" y="2181"/>
                  <a:pt x="345" y="3106"/>
                  <a:pt x="1016" y="3666"/>
                </a:cubicBezTo>
                <a:cubicBezTo>
                  <a:pt x="1648" y="4187"/>
                  <a:pt x="2019" y="4968"/>
                  <a:pt x="2019" y="5788"/>
                </a:cubicBezTo>
                <a:lnTo>
                  <a:pt x="2019" y="5821"/>
                </a:lnTo>
                <a:cubicBezTo>
                  <a:pt x="2012" y="6583"/>
                  <a:pt x="1654" y="7305"/>
                  <a:pt x="1049" y="7781"/>
                </a:cubicBezTo>
                <a:cubicBezTo>
                  <a:pt x="85" y="8549"/>
                  <a:pt x="0" y="9994"/>
                  <a:pt x="879" y="10867"/>
                </a:cubicBezTo>
                <a:cubicBezTo>
                  <a:pt x="1285" y="11276"/>
                  <a:pt x="1814" y="11476"/>
                  <a:pt x="2342" y="11476"/>
                </a:cubicBezTo>
                <a:cubicBezTo>
                  <a:pt x="2948" y="11476"/>
                  <a:pt x="3551" y="11212"/>
                  <a:pt x="3965" y="10697"/>
                </a:cubicBezTo>
                <a:cubicBezTo>
                  <a:pt x="4434" y="10092"/>
                  <a:pt x="5157" y="9734"/>
                  <a:pt x="5925" y="9727"/>
                </a:cubicBezTo>
                <a:cubicBezTo>
                  <a:pt x="6765" y="9734"/>
                  <a:pt x="7559" y="10111"/>
                  <a:pt x="8093" y="10749"/>
                </a:cubicBezTo>
                <a:cubicBezTo>
                  <a:pt x="8514" y="11239"/>
                  <a:pt x="9093" y="11473"/>
                  <a:pt x="9667" y="11473"/>
                </a:cubicBezTo>
                <a:cubicBezTo>
                  <a:pt x="10415" y="11473"/>
                  <a:pt x="11155" y="11075"/>
                  <a:pt x="11531" y="10320"/>
                </a:cubicBezTo>
                <a:cubicBezTo>
                  <a:pt x="12188" y="8992"/>
                  <a:pt x="11277" y="7416"/>
                  <a:pt x="9799" y="7325"/>
                </a:cubicBezTo>
                <a:lnTo>
                  <a:pt x="9792" y="7331"/>
                </a:lnTo>
                <a:cubicBezTo>
                  <a:pt x="9745" y="7328"/>
                  <a:pt x="9698" y="7327"/>
                  <a:pt x="9652" y="7327"/>
                </a:cubicBezTo>
                <a:cubicBezTo>
                  <a:pt x="9039" y="7327"/>
                  <a:pt x="8460" y="7602"/>
                  <a:pt x="8067" y="8080"/>
                </a:cubicBezTo>
                <a:cubicBezTo>
                  <a:pt x="7533" y="8712"/>
                  <a:pt x="6752" y="9076"/>
                  <a:pt x="5925" y="9076"/>
                </a:cubicBezTo>
                <a:cubicBezTo>
                  <a:pt x="5163" y="9070"/>
                  <a:pt x="4441" y="8718"/>
                  <a:pt x="3972" y="8113"/>
                </a:cubicBezTo>
                <a:cubicBezTo>
                  <a:pt x="3874" y="7995"/>
                  <a:pt x="3770" y="7885"/>
                  <a:pt x="3653" y="7787"/>
                </a:cubicBezTo>
                <a:cubicBezTo>
                  <a:pt x="3041" y="7305"/>
                  <a:pt x="2676" y="6570"/>
                  <a:pt x="2670" y="5788"/>
                </a:cubicBezTo>
                <a:cubicBezTo>
                  <a:pt x="2663" y="4981"/>
                  <a:pt x="3021" y="4206"/>
                  <a:pt x="3646" y="3692"/>
                </a:cubicBezTo>
                <a:cubicBezTo>
                  <a:pt x="4330" y="3145"/>
                  <a:pt x="4597" y="2227"/>
                  <a:pt x="4304" y="1394"/>
                </a:cubicBezTo>
                <a:cubicBezTo>
                  <a:pt x="4017" y="567"/>
                  <a:pt x="3243" y="7"/>
                  <a:pt x="2364" y="0"/>
                </a:cubicBezTo>
                <a:cubicBezTo>
                  <a:pt x="2353" y="0"/>
                  <a:pt x="2343" y="0"/>
                  <a:pt x="23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431375" y="1097250"/>
            <a:ext cx="4234800" cy="674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1"/>
          </p:nvPr>
        </p:nvSpPr>
        <p:spPr>
          <a:xfrm>
            <a:off x="1599675" y="1984288"/>
            <a:ext cx="4234800" cy="14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7715986" y="526751"/>
            <a:ext cx="244359" cy="244359"/>
          </a:xfrm>
          <a:custGeom>
            <a:avLst/>
            <a:gdLst/>
            <a:ahLst/>
            <a:cxnLst/>
            <a:rect l="l" t="t" r="r" b="b"/>
            <a:pathLst>
              <a:path w="4154" h="4154" extrusionOk="0">
                <a:moveTo>
                  <a:pt x="2077" y="0"/>
                </a:moveTo>
                <a:cubicBezTo>
                  <a:pt x="931" y="0"/>
                  <a:pt x="0" y="931"/>
                  <a:pt x="0" y="2077"/>
                </a:cubicBezTo>
                <a:cubicBezTo>
                  <a:pt x="0" y="3223"/>
                  <a:pt x="931" y="4154"/>
                  <a:pt x="2077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8151810" y="957575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0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7715986" y="1388399"/>
            <a:ext cx="244359" cy="244418"/>
          </a:xfrm>
          <a:custGeom>
            <a:avLst/>
            <a:gdLst/>
            <a:ahLst/>
            <a:cxnLst/>
            <a:rect l="l" t="t" r="r" b="b"/>
            <a:pathLst>
              <a:path w="4154" h="4155" extrusionOk="0">
                <a:moveTo>
                  <a:pt x="2077" y="1"/>
                </a:moveTo>
                <a:cubicBezTo>
                  <a:pt x="931" y="1"/>
                  <a:pt x="0" y="932"/>
                  <a:pt x="0" y="2078"/>
                </a:cubicBezTo>
                <a:cubicBezTo>
                  <a:pt x="0" y="3224"/>
                  <a:pt x="931" y="4155"/>
                  <a:pt x="2077" y="4155"/>
                </a:cubicBezTo>
                <a:cubicBezTo>
                  <a:pt x="3223" y="4155"/>
                  <a:pt x="4154" y="3224"/>
                  <a:pt x="4154" y="2078"/>
                </a:cubicBezTo>
                <a:cubicBezTo>
                  <a:pt x="4154" y="932"/>
                  <a:pt x="3223" y="1"/>
                  <a:pt x="2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8151810" y="1388399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1"/>
                </a:moveTo>
                <a:cubicBezTo>
                  <a:pt x="925" y="1"/>
                  <a:pt x="0" y="932"/>
                  <a:pt x="0" y="2078"/>
                </a:cubicBezTo>
                <a:cubicBezTo>
                  <a:pt x="0" y="3224"/>
                  <a:pt x="925" y="4155"/>
                  <a:pt x="2070" y="4155"/>
                </a:cubicBezTo>
                <a:cubicBezTo>
                  <a:pt x="3216" y="4155"/>
                  <a:pt x="4147" y="3224"/>
                  <a:pt x="4147" y="2078"/>
                </a:cubicBezTo>
                <a:cubicBezTo>
                  <a:pt x="4147" y="932"/>
                  <a:pt x="3216" y="1"/>
                  <a:pt x="20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7716160" y="2250132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0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7678809" y="526633"/>
            <a:ext cx="723136" cy="675311"/>
          </a:xfrm>
          <a:custGeom>
            <a:avLst/>
            <a:gdLst/>
            <a:ahLst/>
            <a:cxnLst/>
            <a:rect l="l" t="t" r="r" b="b"/>
            <a:pathLst>
              <a:path w="12293" h="11480" extrusionOk="0">
                <a:moveTo>
                  <a:pt x="10128" y="1"/>
                </a:moveTo>
                <a:cubicBezTo>
                  <a:pt x="10068" y="1"/>
                  <a:pt x="10009" y="3"/>
                  <a:pt x="9949" y="9"/>
                </a:cubicBezTo>
                <a:cubicBezTo>
                  <a:pt x="8933" y="93"/>
                  <a:pt x="8132" y="894"/>
                  <a:pt x="8048" y="1903"/>
                </a:cubicBezTo>
                <a:lnTo>
                  <a:pt x="8048" y="1929"/>
                </a:lnTo>
                <a:cubicBezTo>
                  <a:pt x="7969" y="3088"/>
                  <a:pt x="7488" y="4182"/>
                  <a:pt x="6680" y="5015"/>
                </a:cubicBezTo>
                <a:lnTo>
                  <a:pt x="5997" y="5718"/>
                </a:lnTo>
                <a:cubicBezTo>
                  <a:pt x="5066" y="6656"/>
                  <a:pt x="3835" y="7229"/>
                  <a:pt x="2527" y="7333"/>
                </a:cubicBezTo>
                <a:lnTo>
                  <a:pt x="2494" y="7333"/>
                </a:lnTo>
                <a:cubicBezTo>
                  <a:pt x="743" y="7515"/>
                  <a:pt x="0" y="9664"/>
                  <a:pt x="1264" y="10894"/>
                </a:cubicBezTo>
                <a:cubicBezTo>
                  <a:pt x="1682" y="11297"/>
                  <a:pt x="2193" y="11480"/>
                  <a:pt x="2694" y="11480"/>
                </a:cubicBezTo>
                <a:cubicBezTo>
                  <a:pt x="3715" y="11480"/>
                  <a:pt x="4696" y="10725"/>
                  <a:pt x="4779" y="9547"/>
                </a:cubicBezTo>
                <a:lnTo>
                  <a:pt x="4779" y="9514"/>
                </a:lnTo>
                <a:cubicBezTo>
                  <a:pt x="4838" y="8342"/>
                  <a:pt x="5320" y="7229"/>
                  <a:pt x="6140" y="6382"/>
                </a:cubicBezTo>
                <a:lnTo>
                  <a:pt x="6745" y="5757"/>
                </a:lnTo>
                <a:cubicBezTo>
                  <a:pt x="7689" y="4807"/>
                  <a:pt x="8940" y="4234"/>
                  <a:pt x="10274" y="4143"/>
                </a:cubicBezTo>
                <a:lnTo>
                  <a:pt x="10300" y="4143"/>
                </a:lnTo>
                <a:cubicBezTo>
                  <a:pt x="11446" y="4045"/>
                  <a:pt x="12292" y="3042"/>
                  <a:pt x="12195" y="1897"/>
                </a:cubicBezTo>
                <a:cubicBezTo>
                  <a:pt x="12102" y="817"/>
                  <a:pt x="11192" y="1"/>
                  <a:pt x="101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7715965" y="1819266"/>
            <a:ext cx="694782" cy="675311"/>
          </a:xfrm>
          <a:custGeom>
            <a:avLst/>
            <a:gdLst/>
            <a:ahLst/>
            <a:cxnLst/>
            <a:rect l="l" t="t" r="r" b="b"/>
            <a:pathLst>
              <a:path w="11811" h="11480" extrusionOk="0">
                <a:moveTo>
                  <a:pt x="2082" y="1"/>
                </a:moveTo>
                <a:cubicBezTo>
                  <a:pt x="1847" y="1"/>
                  <a:pt x="1610" y="41"/>
                  <a:pt x="1381" y="125"/>
                </a:cubicBezTo>
                <a:cubicBezTo>
                  <a:pt x="554" y="418"/>
                  <a:pt x="7" y="1199"/>
                  <a:pt x="0" y="2072"/>
                </a:cubicBezTo>
                <a:cubicBezTo>
                  <a:pt x="0" y="2951"/>
                  <a:pt x="547" y="3732"/>
                  <a:pt x="1374" y="4025"/>
                </a:cubicBezTo>
                <a:cubicBezTo>
                  <a:pt x="1606" y="4110"/>
                  <a:pt x="1846" y="4151"/>
                  <a:pt x="2083" y="4151"/>
                </a:cubicBezTo>
                <a:cubicBezTo>
                  <a:pt x="2687" y="4151"/>
                  <a:pt x="3275" y="3886"/>
                  <a:pt x="3672" y="3400"/>
                </a:cubicBezTo>
                <a:cubicBezTo>
                  <a:pt x="4206" y="2749"/>
                  <a:pt x="5000" y="2371"/>
                  <a:pt x="5840" y="2365"/>
                </a:cubicBezTo>
                <a:lnTo>
                  <a:pt x="6029" y="2365"/>
                </a:lnTo>
                <a:cubicBezTo>
                  <a:pt x="6036" y="2365"/>
                  <a:pt x="6042" y="2365"/>
                  <a:pt x="6049" y="2365"/>
                </a:cubicBezTo>
                <a:cubicBezTo>
                  <a:pt x="6732" y="2365"/>
                  <a:pt x="7374" y="2696"/>
                  <a:pt x="7774" y="3257"/>
                </a:cubicBezTo>
                <a:cubicBezTo>
                  <a:pt x="7898" y="3439"/>
                  <a:pt x="8054" y="3602"/>
                  <a:pt x="8230" y="3732"/>
                </a:cubicBezTo>
                <a:cubicBezTo>
                  <a:pt x="8848" y="4214"/>
                  <a:pt x="9206" y="4956"/>
                  <a:pt x="9200" y="5744"/>
                </a:cubicBezTo>
                <a:lnTo>
                  <a:pt x="9200" y="5809"/>
                </a:lnTo>
                <a:cubicBezTo>
                  <a:pt x="9187" y="6577"/>
                  <a:pt x="8822" y="7300"/>
                  <a:pt x="8210" y="7769"/>
                </a:cubicBezTo>
                <a:cubicBezTo>
                  <a:pt x="7507" y="8309"/>
                  <a:pt x="7234" y="9233"/>
                  <a:pt x="7514" y="10073"/>
                </a:cubicBezTo>
                <a:cubicBezTo>
                  <a:pt x="7800" y="10907"/>
                  <a:pt x="8581" y="11473"/>
                  <a:pt x="9467" y="11480"/>
                </a:cubicBezTo>
                <a:cubicBezTo>
                  <a:pt x="9472" y="11480"/>
                  <a:pt x="9477" y="11480"/>
                  <a:pt x="9482" y="11480"/>
                </a:cubicBezTo>
                <a:cubicBezTo>
                  <a:pt x="10361" y="11480"/>
                  <a:pt x="11142" y="10928"/>
                  <a:pt x="11439" y="10099"/>
                </a:cubicBezTo>
                <a:cubicBezTo>
                  <a:pt x="11732" y="9266"/>
                  <a:pt x="11466" y="8335"/>
                  <a:pt x="10775" y="7782"/>
                </a:cubicBezTo>
                <a:cubicBezTo>
                  <a:pt x="10196" y="7332"/>
                  <a:pt x="9857" y="6642"/>
                  <a:pt x="9851" y="5907"/>
                </a:cubicBezTo>
                <a:lnTo>
                  <a:pt x="9851" y="5633"/>
                </a:lnTo>
                <a:cubicBezTo>
                  <a:pt x="9857" y="4871"/>
                  <a:pt x="10209" y="4155"/>
                  <a:pt x="10801" y="3680"/>
                </a:cubicBezTo>
                <a:cubicBezTo>
                  <a:pt x="11758" y="2886"/>
                  <a:pt x="11811" y="1434"/>
                  <a:pt x="10912" y="574"/>
                </a:cubicBezTo>
                <a:cubicBezTo>
                  <a:pt x="10507" y="193"/>
                  <a:pt x="9994" y="7"/>
                  <a:pt x="9485" y="7"/>
                </a:cubicBezTo>
                <a:cubicBezTo>
                  <a:pt x="8855" y="7"/>
                  <a:pt x="8230" y="291"/>
                  <a:pt x="7820" y="841"/>
                </a:cubicBezTo>
                <a:cubicBezTo>
                  <a:pt x="7429" y="1382"/>
                  <a:pt x="6804" y="1701"/>
                  <a:pt x="6140" y="1714"/>
                </a:cubicBezTo>
                <a:lnTo>
                  <a:pt x="5775" y="1714"/>
                </a:lnTo>
                <a:cubicBezTo>
                  <a:pt x="5768" y="1714"/>
                  <a:pt x="5761" y="1714"/>
                  <a:pt x="5753" y="1714"/>
                </a:cubicBezTo>
                <a:cubicBezTo>
                  <a:pt x="4954" y="1714"/>
                  <a:pt x="4195" y="1363"/>
                  <a:pt x="3679" y="757"/>
                </a:cubicBezTo>
                <a:cubicBezTo>
                  <a:pt x="3276" y="269"/>
                  <a:pt x="2687" y="1"/>
                  <a:pt x="20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7715986" y="2683939"/>
            <a:ext cx="244359" cy="244418"/>
          </a:xfrm>
          <a:custGeom>
            <a:avLst/>
            <a:gdLst/>
            <a:ahLst/>
            <a:cxnLst/>
            <a:rect l="l" t="t" r="r" b="b"/>
            <a:pathLst>
              <a:path w="4154" h="4155" extrusionOk="0">
                <a:moveTo>
                  <a:pt x="2077" y="1"/>
                </a:moveTo>
                <a:cubicBezTo>
                  <a:pt x="931" y="1"/>
                  <a:pt x="0" y="932"/>
                  <a:pt x="0" y="2078"/>
                </a:cubicBezTo>
                <a:cubicBezTo>
                  <a:pt x="0" y="3224"/>
                  <a:pt x="931" y="4155"/>
                  <a:pt x="2077" y="4155"/>
                </a:cubicBezTo>
                <a:cubicBezTo>
                  <a:pt x="3223" y="4155"/>
                  <a:pt x="4154" y="3224"/>
                  <a:pt x="4154" y="2078"/>
                </a:cubicBezTo>
                <a:cubicBezTo>
                  <a:pt x="4154" y="932"/>
                  <a:pt x="3223" y="1"/>
                  <a:pt x="2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8151810" y="2683939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1"/>
                </a:moveTo>
                <a:cubicBezTo>
                  <a:pt x="925" y="1"/>
                  <a:pt x="0" y="932"/>
                  <a:pt x="0" y="2078"/>
                </a:cubicBezTo>
                <a:cubicBezTo>
                  <a:pt x="0" y="3224"/>
                  <a:pt x="925" y="4155"/>
                  <a:pt x="2070" y="4155"/>
                </a:cubicBezTo>
                <a:cubicBezTo>
                  <a:pt x="3216" y="4155"/>
                  <a:pt x="4147" y="3224"/>
                  <a:pt x="4147" y="2078"/>
                </a:cubicBezTo>
                <a:cubicBezTo>
                  <a:pt x="4147" y="932"/>
                  <a:pt x="3216" y="1"/>
                  <a:pt x="20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9"/>
          <p:cNvSpPr/>
          <p:nvPr/>
        </p:nvSpPr>
        <p:spPr>
          <a:xfrm rot="-5400000">
            <a:off x="344980" y="3782974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-5400000">
            <a:off x="344980" y="3348193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 rot="-5400000">
            <a:off x="344980" y="2913412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5400000">
            <a:off x="345030" y="2913411"/>
            <a:ext cx="239400" cy="239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" name="Google Shape;99;p9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5550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/>
          <p:nvPr/>
        </p:nvSpPr>
        <p:spPr>
          <a:xfrm rot="5400000">
            <a:off x="8510998" y="597939"/>
            <a:ext cx="244359" cy="244359"/>
          </a:xfrm>
          <a:custGeom>
            <a:avLst/>
            <a:gdLst/>
            <a:ahLst/>
            <a:cxnLst/>
            <a:rect l="l" t="t" r="r" b="b"/>
            <a:pathLst>
              <a:path w="4154" h="4154" extrusionOk="0">
                <a:moveTo>
                  <a:pt x="2077" y="0"/>
                </a:moveTo>
                <a:cubicBezTo>
                  <a:pt x="931" y="0"/>
                  <a:pt x="0" y="931"/>
                  <a:pt x="0" y="2077"/>
                </a:cubicBezTo>
                <a:cubicBezTo>
                  <a:pt x="0" y="3223"/>
                  <a:pt x="931" y="4154"/>
                  <a:pt x="2077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/>
          <p:cNvSpPr/>
          <p:nvPr/>
        </p:nvSpPr>
        <p:spPr>
          <a:xfrm rot="5400000">
            <a:off x="7854550" y="382669"/>
            <a:ext cx="265065" cy="674899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7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1"/>
          </p:nvPr>
        </p:nvSpPr>
        <p:spPr>
          <a:xfrm>
            <a:off x="845750" y="2933150"/>
            <a:ext cx="21057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2"/>
          </p:nvPr>
        </p:nvSpPr>
        <p:spPr>
          <a:xfrm>
            <a:off x="845760" y="2534413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3"/>
          </p:nvPr>
        </p:nvSpPr>
        <p:spPr>
          <a:xfrm>
            <a:off x="3519150" y="2933150"/>
            <a:ext cx="21057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4"/>
          </p:nvPr>
        </p:nvSpPr>
        <p:spPr>
          <a:xfrm>
            <a:off x="3519160" y="2534413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5"/>
          </p:nvPr>
        </p:nvSpPr>
        <p:spPr>
          <a:xfrm>
            <a:off x="6192550" y="2933150"/>
            <a:ext cx="21057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6"/>
          </p:nvPr>
        </p:nvSpPr>
        <p:spPr>
          <a:xfrm>
            <a:off x="6192560" y="2534413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59796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18" name="Google Shape;218;p21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1"/>
          <p:cNvSpPr/>
          <p:nvPr/>
        </p:nvSpPr>
        <p:spPr>
          <a:xfrm>
            <a:off x="7864465" y="813341"/>
            <a:ext cx="694782" cy="675311"/>
          </a:xfrm>
          <a:custGeom>
            <a:avLst/>
            <a:gdLst/>
            <a:ahLst/>
            <a:cxnLst/>
            <a:rect l="l" t="t" r="r" b="b"/>
            <a:pathLst>
              <a:path w="11811" h="11480" extrusionOk="0">
                <a:moveTo>
                  <a:pt x="2082" y="1"/>
                </a:moveTo>
                <a:cubicBezTo>
                  <a:pt x="1847" y="1"/>
                  <a:pt x="1610" y="41"/>
                  <a:pt x="1381" y="125"/>
                </a:cubicBezTo>
                <a:cubicBezTo>
                  <a:pt x="554" y="418"/>
                  <a:pt x="7" y="1199"/>
                  <a:pt x="0" y="2072"/>
                </a:cubicBezTo>
                <a:cubicBezTo>
                  <a:pt x="0" y="2951"/>
                  <a:pt x="547" y="3732"/>
                  <a:pt x="1374" y="4025"/>
                </a:cubicBezTo>
                <a:cubicBezTo>
                  <a:pt x="1606" y="4110"/>
                  <a:pt x="1846" y="4151"/>
                  <a:pt x="2083" y="4151"/>
                </a:cubicBezTo>
                <a:cubicBezTo>
                  <a:pt x="2687" y="4151"/>
                  <a:pt x="3275" y="3886"/>
                  <a:pt x="3672" y="3400"/>
                </a:cubicBezTo>
                <a:cubicBezTo>
                  <a:pt x="4206" y="2749"/>
                  <a:pt x="5000" y="2371"/>
                  <a:pt x="5840" y="2365"/>
                </a:cubicBezTo>
                <a:lnTo>
                  <a:pt x="6029" y="2365"/>
                </a:lnTo>
                <a:cubicBezTo>
                  <a:pt x="6036" y="2365"/>
                  <a:pt x="6042" y="2365"/>
                  <a:pt x="6049" y="2365"/>
                </a:cubicBezTo>
                <a:cubicBezTo>
                  <a:pt x="6732" y="2365"/>
                  <a:pt x="7374" y="2696"/>
                  <a:pt x="7774" y="3257"/>
                </a:cubicBezTo>
                <a:cubicBezTo>
                  <a:pt x="7898" y="3439"/>
                  <a:pt x="8054" y="3602"/>
                  <a:pt x="8230" y="3732"/>
                </a:cubicBezTo>
                <a:cubicBezTo>
                  <a:pt x="8848" y="4214"/>
                  <a:pt x="9206" y="4956"/>
                  <a:pt x="9200" y="5744"/>
                </a:cubicBezTo>
                <a:lnTo>
                  <a:pt x="9200" y="5809"/>
                </a:lnTo>
                <a:cubicBezTo>
                  <a:pt x="9187" y="6577"/>
                  <a:pt x="8822" y="7300"/>
                  <a:pt x="8210" y="7769"/>
                </a:cubicBezTo>
                <a:cubicBezTo>
                  <a:pt x="7507" y="8309"/>
                  <a:pt x="7234" y="9233"/>
                  <a:pt x="7514" y="10073"/>
                </a:cubicBezTo>
                <a:cubicBezTo>
                  <a:pt x="7800" y="10907"/>
                  <a:pt x="8581" y="11473"/>
                  <a:pt x="9467" y="11480"/>
                </a:cubicBezTo>
                <a:cubicBezTo>
                  <a:pt x="9472" y="11480"/>
                  <a:pt x="9477" y="11480"/>
                  <a:pt x="9482" y="11480"/>
                </a:cubicBezTo>
                <a:cubicBezTo>
                  <a:pt x="10361" y="11480"/>
                  <a:pt x="11142" y="10928"/>
                  <a:pt x="11439" y="10099"/>
                </a:cubicBezTo>
                <a:cubicBezTo>
                  <a:pt x="11732" y="9266"/>
                  <a:pt x="11466" y="8335"/>
                  <a:pt x="10775" y="7782"/>
                </a:cubicBezTo>
                <a:cubicBezTo>
                  <a:pt x="10196" y="7332"/>
                  <a:pt x="9857" y="6642"/>
                  <a:pt x="9851" y="5907"/>
                </a:cubicBezTo>
                <a:lnTo>
                  <a:pt x="9851" y="5633"/>
                </a:lnTo>
                <a:cubicBezTo>
                  <a:pt x="9857" y="4871"/>
                  <a:pt x="10209" y="4155"/>
                  <a:pt x="10801" y="3680"/>
                </a:cubicBezTo>
                <a:cubicBezTo>
                  <a:pt x="11758" y="2886"/>
                  <a:pt x="11811" y="1434"/>
                  <a:pt x="10912" y="574"/>
                </a:cubicBezTo>
                <a:cubicBezTo>
                  <a:pt x="10507" y="193"/>
                  <a:pt x="9994" y="7"/>
                  <a:pt x="9485" y="7"/>
                </a:cubicBezTo>
                <a:cubicBezTo>
                  <a:pt x="8855" y="7"/>
                  <a:pt x="8230" y="291"/>
                  <a:pt x="7820" y="841"/>
                </a:cubicBezTo>
                <a:cubicBezTo>
                  <a:pt x="7429" y="1382"/>
                  <a:pt x="6804" y="1701"/>
                  <a:pt x="6140" y="1714"/>
                </a:cubicBezTo>
                <a:lnTo>
                  <a:pt x="5775" y="1714"/>
                </a:lnTo>
                <a:cubicBezTo>
                  <a:pt x="5768" y="1714"/>
                  <a:pt x="5761" y="1714"/>
                  <a:pt x="5753" y="1714"/>
                </a:cubicBezTo>
                <a:cubicBezTo>
                  <a:pt x="4954" y="1714"/>
                  <a:pt x="4195" y="1363"/>
                  <a:pt x="3679" y="757"/>
                </a:cubicBezTo>
                <a:cubicBezTo>
                  <a:pt x="3276" y="269"/>
                  <a:pt x="2687" y="1"/>
                  <a:pt x="20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7429475" y="382533"/>
            <a:ext cx="1143264" cy="244241"/>
          </a:xfrm>
          <a:custGeom>
            <a:avLst/>
            <a:gdLst/>
            <a:ahLst/>
            <a:cxnLst/>
            <a:rect l="l" t="t" r="r" b="b"/>
            <a:pathLst>
              <a:path w="19435" h="4152" extrusionOk="0">
                <a:moveTo>
                  <a:pt x="2082" y="1"/>
                </a:moveTo>
                <a:cubicBezTo>
                  <a:pt x="1834" y="1"/>
                  <a:pt x="1583" y="45"/>
                  <a:pt x="1342" y="137"/>
                </a:cubicBezTo>
                <a:cubicBezTo>
                  <a:pt x="534" y="449"/>
                  <a:pt x="0" y="1224"/>
                  <a:pt x="13" y="2090"/>
                </a:cubicBezTo>
                <a:cubicBezTo>
                  <a:pt x="20" y="2956"/>
                  <a:pt x="560" y="3724"/>
                  <a:pt x="1368" y="4023"/>
                </a:cubicBezTo>
                <a:cubicBezTo>
                  <a:pt x="1601" y="4109"/>
                  <a:pt x="1843" y="4151"/>
                  <a:pt x="2082" y="4151"/>
                </a:cubicBezTo>
                <a:cubicBezTo>
                  <a:pt x="2676" y="4151"/>
                  <a:pt x="3256" y="3895"/>
                  <a:pt x="3659" y="3431"/>
                </a:cubicBezTo>
                <a:cubicBezTo>
                  <a:pt x="4200" y="2786"/>
                  <a:pt x="4994" y="2409"/>
                  <a:pt x="5834" y="2402"/>
                </a:cubicBezTo>
                <a:lnTo>
                  <a:pt x="5997" y="2402"/>
                </a:lnTo>
                <a:cubicBezTo>
                  <a:pt x="6726" y="2402"/>
                  <a:pt x="7403" y="2747"/>
                  <a:pt x="7839" y="3327"/>
                </a:cubicBezTo>
                <a:cubicBezTo>
                  <a:pt x="8251" y="3874"/>
                  <a:pt x="8872" y="4151"/>
                  <a:pt x="9494" y="4151"/>
                </a:cubicBezTo>
                <a:cubicBezTo>
                  <a:pt x="10071" y="4151"/>
                  <a:pt x="10649" y="3913"/>
                  <a:pt x="11062" y="3431"/>
                </a:cubicBezTo>
                <a:cubicBezTo>
                  <a:pt x="11602" y="2786"/>
                  <a:pt x="12397" y="2409"/>
                  <a:pt x="13236" y="2402"/>
                </a:cubicBezTo>
                <a:lnTo>
                  <a:pt x="13373" y="2402"/>
                </a:lnTo>
                <a:cubicBezTo>
                  <a:pt x="14115" y="2409"/>
                  <a:pt x="14812" y="2760"/>
                  <a:pt x="15261" y="3353"/>
                </a:cubicBezTo>
                <a:cubicBezTo>
                  <a:pt x="15680" y="3890"/>
                  <a:pt x="16287" y="4150"/>
                  <a:pt x="16892" y="4150"/>
                </a:cubicBezTo>
                <a:cubicBezTo>
                  <a:pt x="17621" y="4150"/>
                  <a:pt x="18347" y="3770"/>
                  <a:pt x="18731" y="3040"/>
                </a:cubicBezTo>
                <a:cubicBezTo>
                  <a:pt x="19435" y="1712"/>
                  <a:pt x="18530" y="97"/>
                  <a:pt x="17026" y="6"/>
                </a:cubicBezTo>
                <a:cubicBezTo>
                  <a:pt x="16980" y="3"/>
                  <a:pt x="16935" y="2"/>
                  <a:pt x="16890" y="2"/>
                </a:cubicBezTo>
                <a:cubicBezTo>
                  <a:pt x="16249" y="2"/>
                  <a:pt x="15638" y="303"/>
                  <a:pt x="15248" y="820"/>
                </a:cubicBezTo>
                <a:cubicBezTo>
                  <a:pt x="14799" y="1406"/>
                  <a:pt x="14102" y="1751"/>
                  <a:pt x="13367" y="1751"/>
                </a:cubicBezTo>
                <a:lnTo>
                  <a:pt x="13236" y="1751"/>
                </a:lnTo>
                <a:cubicBezTo>
                  <a:pt x="12397" y="1738"/>
                  <a:pt x="11602" y="1367"/>
                  <a:pt x="11062" y="722"/>
                </a:cubicBezTo>
                <a:cubicBezTo>
                  <a:pt x="10649" y="240"/>
                  <a:pt x="10071" y="2"/>
                  <a:pt x="9494" y="2"/>
                </a:cubicBezTo>
                <a:cubicBezTo>
                  <a:pt x="8872" y="2"/>
                  <a:pt x="8251" y="279"/>
                  <a:pt x="7839" y="827"/>
                </a:cubicBezTo>
                <a:cubicBezTo>
                  <a:pt x="7403" y="1406"/>
                  <a:pt x="6726" y="1745"/>
                  <a:pt x="5997" y="1751"/>
                </a:cubicBezTo>
                <a:lnTo>
                  <a:pt x="5906" y="1751"/>
                </a:lnTo>
                <a:cubicBezTo>
                  <a:pt x="5033" y="1738"/>
                  <a:pt x="4206" y="1354"/>
                  <a:pt x="3640" y="696"/>
                </a:cubicBezTo>
                <a:cubicBezTo>
                  <a:pt x="3234" y="245"/>
                  <a:pt x="2664" y="1"/>
                  <a:pt x="20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8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1708423" y="1742663"/>
            <a:ext cx="2105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subTitle" idx="2"/>
          </p:nvPr>
        </p:nvSpPr>
        <p:spPr>
          <a:xfrm>
            <a:off x="1708423" y="1379575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1708423" y="3466618"/>
            <a:ext cx="2105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subTitle" idx="4"/>
          </p:nvPr>
        </p:nvSpPr>
        <p:spPr>
          <a:xfrm>
            <a:off x="1708423" y="3109675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5645273" y="1742663"/>
            <a:ext cx="2105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ubTitle" idx="6"/>
          </p:nvPr>
        </p:nvSpPr>
        <p:spPr>
          <a:xfrm>
            <a:off x="5645273" y="1379575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subTitle" idx="7"/>
          </p:nvPr>
        </p:nvSpPr>
        <p:spPr>
          <a:xfrm>
            <a:off x="5645273" y="3466618"/>
            <a:ext cx="2105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subTitle" idx="8"/>
          </p:nvPr>
        </p:nvSpPr>
        <p:spPr>
          <a:xfrm>
            <a:off x="5645273" y="3109675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46026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32" name="Google Shape;232;p22"/>
          <p:cNvCxnSpPr/>
          <p:nvPr/>
        </p:nvCxnSpPr>
        <p:spPr>
          <a:xfrm rot="10800000">
            <a:off x="742050" y="4518650"/>
            <a:ext cx="694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2"/>
          <p:cNvSpPr/>
          <p:nvPr/>
        </p:nvSpPr>
        <p:spPr>
          <a:xfrm>
            <a:off x="8524531" y="863937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1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1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8524531" y="433113"/>
            <a:ext cx="244006" cy="244359"/>
          </a:xfrm>
          <a:custGeom>
            <a:avLst/>
            <a:gdLst/>
            <a:ahLst/>
            <a:cxnLst/>
            <a:rect l="l" t="t" r="r" b="b"/>
            <a:pathLst>
              <a:path w="4148" h="4154" extrusionOk="0">
                <a:moveTo>
                  <a:pt x="2071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1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7657824" y="433113"/>
            <a:ext cx="244418" cy="244359"/>
          </a:xfrm>
          <a:custGeom>
            <a:avLst/>
            <a:gdLst/>
            <a:ahLst/>
            <a:cxnLst/>
            <a:rect l="l" t="t" r="r" b="b"/>
            <a:pathLst>
              <a:path w="4155" h="4154" extrusionOk="0">
                <a:moveTo>
                  <a:pt x="2078" y="0"/>
                </a:moveTo>
                <a:cubicBezTo>
                  <a:pt x="932" y="0"/>
                  <a:pt x="1" y="931"/>
                  <a:pt x="1" y="2077"/>
                </a:cubicBezTo>
                <a:cubicBezTo>
                  <a:pt x="1" y="3223"/>
                  <a:pt x="932" y="4154"/>
                  <a:pt x="2078" y="4154"/>
                </a:cubicBezTo>
                <a:cubicBezTo>
                  <a:pt x="3224" y="4154"/>
                  <a:pt x="4155" y="3223"/>
                  <a:pt x="4155" y="2077"/>
                </a:cubicBezTo>
                <a:cubicBezTo>
                  <a:pt x="4155" y="931"/>
                  <a:pt x="3224" y="0"/>
                  <a:pt x="20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7636471" y="433113"/>
            <a:ext cx="733371" cy="675370"/>
          </a:xfrm>
          <a:custGeom>
            <a:avLst/>
            <a:gdLst/>
            <a:ahLst/>
            <a:cxnLst/>
            <a:rect l="l" t="t" r="r" b="b"/>
            <a:pathLst>
              <a:path w="12467" h="11481" extrusionOk="0">
                <a:moveTo>
                  <a:pt x="9773" y="0"/>
                </a:moveTo>
                <a:cubicBezTo>
                  <a:pt x="8763" y="0"/>
                  <a:pt x="7790" y="740"/>
                  <a:pt x="7695" y="1908"/>
                </a:cubicBezTo>
                <a:lnTo>
                  <a:pt x="7695" y="1934"/>
                </a:lnTo>
                <a:cubicBezTo>
                  <a:pt x="7623" y="3086"/>
                  <a:pt x="7135" y="4180"/>
                  <a:pt x="6327" y="5007"/>
                </a:cubicBezTo>
                <a:lnTo>
                  <a:pt x="4622" y="6738"/>
                </a:lnTo>
                <a:cubicBezTo>
                  <a:pt x="4217" y="7149"/>
                  <a:pt x="3669" y="7375"/>
                  <a:pt x="3107" y="7375"/>
                </a:cubicBezTo>
                <a:cubicBezTo>
                  <a:pt x="3000" y="7375"/>
                  <a:pt x="2893" y="7367"/>
                  <a:pt x="2786" y="7350"/>
                </a:cubicBezTo>
                <a:cubicBezTo>
                  <a:pt x="2666" y="7330"/>
                  <a:pt x="2548" y="7321"/>
                  <a:pt x="2433" y="7321"/>
                </a:cubicBezTo>
                <a:cubicBezTo>
                  <a:pt x="1045" y="7321"/>
                  <a:pt x="0" y="8708"/>
                  <a:pt x="481" y="10085"/>
                </a:cubicBezTo>
                <a:cubicBezTo>
                  <a:pt x="794" y="10980"/>
                  <a:pt x="1613" y="11476"/>
                  <a:pt x="2447" y="11476"/>
                </a:cubicBezTo>
                <a:cubicBezTo>
                  <a:pt x="3001" y="11476"/>
                  <a:pt x="3562" y="11256"/>
                  <a:pt x="3984" y="10788"/>
                </a:cubicBezTo>
                <a:cubicBezTo>
                  <a:pt x="4596" y="10111"/>
                  <a:pt x="5462" y="9727"/>
                  <a:pt x="6373" y="9727"/>
                </a:cubicBezTo>
                <a:lnTo>
                  <a:pt x="6451" y="9727"/>
                </a:lnTo>
                <a:cubicBezTo>
                  <a:pt x="7096" y="9733"/>
                  <a:pt x="7701" y="10059"/>
                  <a:pt x="8066" y="10593"/>
                </a:cubicBezTo>
                <a:cubicBezTo>
                  <a:pt x="8461" y="11162"/>
                  <a:pt x="9100" y="11481"/>
                  <a:pt x="9762" y="11481"/>
                </a:cubicBezTo>
                <a:cubicBezTo>
                  <a:pt x="9993" y="11481"/>
                  <a:pt x="10227" y="11442"/>
                  <a:pt x="10455" y="11361"/>
                </a:cubicBezTo>
                <a:cubicBezTo>
                  <a:pt x="11341" y="11055"/>
                  <a:pt x="11901" y="10196"/>
                  <a:pt x="11842" y="9265"/>
                </a:cubicBezTo>
                <a:cubicBezTo>
                  <a:pt x="11770" y="8249"/>
                  <a:pt x="10846" y="7357"/>
                  <a:pt x="9830" y="7324"/>
                </a:cubicBezTo>
                <a:cubicBezTo>
                  <a:pt x="9811" y="7324"/>
                  <a:pt x="9791" y="7324"/>
                  <a:pt x="9772" y="7324"/>
                </a:cubicBezTo>
                <a:cubicBezTo>
                  <a:pt x="9084" y="7324"/>
                  <a:pt x="8439" y="7659"/>
                  <a:pt x="8053" y="8229"/>
                </a:cubicBezTo>
                <a:cubicBezTo>
                  <a:pt x="7688" y="8757"/>
                  <a:pt x="7089" y="9076"/>
                  <a:pt x="6445" y="9076"/>
                </a:cubicBezTo>
                <a:lnTo>
                  <a:pt x="5377" y="9069"/>
                </a:lnTo>
                <a:cubicBezTo>
                  <a:pt x="4797" y="9063"/>
                  <a:pt x="4400" y="8483"/>
                  <a:pt x="4609" y="7943"/>
                </a:cubicBezTo>
                <a:cubicBezTo>
                  <a:pt x="4719" y="7656"/>
                  <a:pt x="4882" y="7396"/>
                  <a:pt x="5090" y="7181"/>
                </a:cubicBezTo>
                <a:lnTo>
                  <a:pt x="6718" y="5534"/>
                </a:lnTo>
                <a:cubicBezTo>
                  <a:pt x="7564" y="4681"/>
                  <a:pt x="8697" y="4219"/>
                  <a:pt x="9889" y="4154"/>
                </a:cubicBezTo>
                <a:cubicBezTo>
                  <a:pt x="9921" y="4154"/>
                  <a:pt x="9954" y="4147"/>
                  <a:pt x="9993" y="4141"/>
                </a:cubicBezTo>
                <a:cubicBezTo>
                  <a:pt x="11731" y="3945"/>
                  <a:pt x="12467" y="1816"/>
                  <a:pt x="11210" y="592"/>
                </a:cubicBezTo>
                <a:cubicBezTo>
                  <a:pt x="10792" y="185"/>
                  <a:pt x="10278" y="0"/>
                  <a:pt x="97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873145" y="433100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1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1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426895" y="433100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1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1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8513988" y="1294793"/>
            <a:ext cx="265065" cy="674899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8086674" y="1294812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1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1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/>
          <p:nvPr/>
        </p:nvSpPr>
        <p:spPr>
          <a:xfrm flipH="1">
            <a:off x="8005740" y="846725"/>
            <a:ext cx="244418" cy="244418"/>
          </a:xfrm>
          <a:custGeom>
            <a:avLst/>
            <a:gdLst/>
            <a:ahLst/>
            <a:cxnLst/>
            <a:rect l="l" t="t" r="r" b="b"/>
            <a:pathLst>
              <a:path w="4155" h="4155" extrusionOk="0">
                <a:moveTo>
                  <a:pt x="2078" y="0"/>
                </a:moveTo>
                <a:cubicBezTo>
                  <a:pt x="932" y="0"/>
                  <a:pt x="1" y="931"/>
                  <a:pt x="1" y="2077"/>
                </a:cubicBezTo>
                <a:cubicBezTo>
                  <a:pt x="1" y="3223"/>
                  <a:pt x="932" y="4154"/>
                  <a:pt x="2078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2"/>
          <p:cNvSpPr/>
          <p:nvPr/>
        </p:nvSpPr>
        <p:spPr>
          <a:xfrm flipH="1">
            <a:off x="7979670" y="846725"/>
            <a:ext cx="717018" cy="675135"/>
          </a:xfrm>
          <a:custGeom>
            <a:avLst/>
            <a:gdLst/>
            <a:ahLst/>
            <a:cxnLst/>
            <a:rect l="l" t="t" r="r" b="b"/>
            <a:pathLst>
              <a:path w="12189" h="11477" extrusionOk="0">
                <a:moveTo>
                  <a:pt x="2333" y="0"/>
                </a:moveTo>
                <a:cubicBezTo>
                  <a:pt x="1473" y="0"/>
                  <a:pt x="700" y="544"/>
                  <a:pt x="397" y="1355"/>
                </a:cubicBezTo>
                <a:cubicBezTo>
                  <a:pt x="98" y="2181"/>
                  <a:pt x="345" y="3106"/>
                  <a:pt x="1016" y="3666"/>
                </a:cubicBezTo>
                <a:cubicBezTo>
                  <a:pt x="1648" y="4187"/>
                  <a:pt x="2019" y="4968"/>
                  <a:pt x="2019" y="5788"/>
                </a:cubicBezTo>
                <a:lnTo>
                  <a:pt x="2019" y="5821"/>
                </a:lnTo>
                <a:cubicBezTo>
                  <a:pt x="2012" y="6583"/>
                  <a:pt x="1654" y="7305"/>
                  <a:pt x="1049" y="7781"/>
                </a:cubicBezTo>
                <a:cubicBezTo>
                  <a:pt x="85" y="8549"/>
                  <a:pt x="0" y="9994"/>
                  <a:pt x="879" y="10867"/>
                </a:cubicBezTo>
                <a:cubicBezTo>
                  <a:pt x="1285" y="11276"/>
                  <a:pt x="1814" y="11476"/>
                  <a:pt x="2342" y="11476"/>
                </a:cubicBezTo>
                <a:cubicBezTo>
                  <a:pt x="2948" y="11476"/>
                  <a:pt x="3551" y="11212"/>
                  <a:pt x="3965" y="10697"/>
                </a:cubicBezTo>
                <a:cubicBezTo>
                  <a:pt x="4434" y="10092"/>
                  <a:pt x="5157" y="9734"/>
                  <a:pt x="5925" y="9727"/>
                </a:cubicBezTo>
                <a:cubicBezTo>
                  <a:pt x="6765" y="9734"/>
                  <a:pt x="7559" y="10111"/>
                  <a:pt x="8093" y="10749"/>
                </a:cubicBezTo>
                <a:cubicBezTo>
                  <a:pt x="8514" y="11239"/>
                  <a:pt x="9093" y="11473"/>
                  <a:pt x="9667" y="11473"/>
                </a:cubicBezTo>
                <a:cubicBezTo>
                  <a:pt x="10415" y="11473"/>
                  <a:pt x="11155" y="11075"/>
                  <a:pt x="11531" y="10320"/>
                </a:cubicBezTo>
                <a:cubicBezTo>
                  <a:pt x="12188" y="8992"/>
                  <a:pt x="11277" y="7416"/>
                  <a:pt x="9799" y="7325"/>
                </a:cubicBezTo>
                <a:lnTo>
                  <a:pt x="9792" y="7331"/>
                </a:lnTo>
                <a:cubicBezTo>
                  <a:pt x="9745" y="7328"/>
                  <a:pt x="9698" y="7327"/>
                  <a:pt x="9652" y="7327"/>
                </a:cubicBezTo>
                <a:cubicBezTo>
                  <a:pt x="9039" y="7327"/>
                  <a:pt x="8460" y="7602"/>
                  <a:pt x="8067" y="8080"/>
                </a:cubicBezTo>
                <a:cubicBezTo>
                  <a:pt x="7533" y="8712"/>
                  <a:pt x="6752" y="9076"/>
                  <a:pt x="5925" y="9076"/>
                </a:cubicBezTo>
                <a:cubicBezTo>
                  <a:pt x="5163" y="9070"/>
                  <a:pt x="4441" y="8718"/>
                  <a:pt x="3972" y="8113"/>
                </a:cubicBezTo>
                <a:cubicBezTo>
                  <a:pt x="3874" y="7995"/>
                  <a:pt x="3770" y="7885"/>
                  <a:pt x="3653" y="7787"/>
                </a:cubicBezTo>
                <a:cubicBezTo>
                  <a:pt x="3041" y="7305"/>
                  <a:pt x="2676" y="6570"/>
                  <a:pt x="2670" y="5788"/>
                </a:cubicBezTo>
                <a:cubicBezTo>
                  <a:pt x="2663" y="4981"/>
                  <a:pt x="3021" y="4206"/>
                  <a:pt x="3646" y="3692"/>
                </a:cubicBezTo>
                <a:cubicBezTo>
                  <a:pt x="4330" y="3145"/>
                  <a:pt x="4597" y="2227"/>
                  <a:pt x="4304" y="1394"/>
                </a:cubicBezTo>
                <a:cubicBezTo>
                  <a:pt x="4017" y="567"/>
                  <a:pt x="3243" y="7"/>
                  <a:pt x="2364" y="0"/>
                </a:cubicBezTo>
                <a:cubicBezTo>
                  <a:pt x="2353" y="0"/>
                  <a:pt x="2343" y="0"/>
                  <a:pt x="23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2"/>
          <p:cNvSpPr/>
          <p:nvPr/>
        </p:nvSpPr>
        <p:spPr>
          <a:xfrm flipH="1">
            <a:off x="7999612" y="1708432"/>
            <a:ext cx="705135" cy="675076"/>
          </a:xfrm>
          <a:custGeom>
            <a:avLst/>
            <a:gdLst/>
            <a:ahLst/>
            <a:cxnLst/>
            <a:rect l="l" t="t" r="r" b="b"/>
            <a:pathLst>
              <a:path w="11987" h="11476" extrusionOk="0">
                <a:moveTo>
                  <a:pt x="2479" y="0"/>
                </a:moveTo>
                <a:cubicBezTo>
                  <a:pt x="1580" y="0"/>
                  <a:pt x="787" y="578"/>
                  <a:pt x="508" y="1433"/>
                </a:cubicBezTo>
                <a:cubicBezTo>
                  <a:pt x="228" y="2285"/>
                  <a:pt x="534" y="3229"/>
                  <a:pt x="1264" y="3757"/>
                </a:cubicBezTo>
                <a:cubicBezTo>
                  <a:pt x="1791" y="4128"/>
                  <a:pt x="2104" y="4727"/>
                  <a:pt x="2117" y="5365"/>
                </a:cubicBezTo>
                <a:lnTo>
                  <a:pt x="2117" y="6055"/>
                </a:lnTo>
                <a:cubicBezTo>
                  <a:pt x="2104" y="6719"/>
                  <a:pt x="1785" y="7344"/>
                  <a:pt x="1244" y="7735"/>
                </a:cubicBezTo>
                <a:cubicBezTo>
                  <a:pt x="1" y="8653"/>
                  <a:pt x="170" y="10554"/>
                  <a:pt x="1544" y="11251"/>
                </a:cubicBezTo>
                <a:cubicBezTo>
                  <a:pt x="1850" y="11405"/>
                  <a:pt x="2168" y="11476"/>
                  <a:pt x="2478" y="11476"/>
                </a:cubicBezTo>
                <a:cubicBezTo>
                  <a:pt x="3566" y="11476"/>
                  <a:pt x="4553" y="10602"/>
                  <a:pt x="4558" y="9402"/>
                </a:cubicBezTo>
                <a:lnTo>
                  <a:pt x="4558" y="9388"/>
                </a:lnTo>
                <a:cubicBezTo>
                  <a:pt x="4538" y="8386"/>
                  <a:pt x="4923" y="7429"/>
                  <a:pt x="5626" y="6713"/>
                </a:cubicBezTo>
                <a:lnTo>
                  <a:pt x="6824" y="5515"/>
                </a:lnTo>
                <a:cubicBezTo>
                  <a:pt x="7657" y="4694"/>
                  <a:pt x="8757" y="4206"/>
                  <a:pt x="9929" y="4154"/>
                </a:cubicBezTo>
                <a:lnTo>
                  <a:pt x="9955" y="4154"/>
                </a:lnTo>
                <a:cubicBezTo>
                  <a:pt x="11114" y="4082"/>
                  <a:pt x="11987" y="3073"/>
                  <a:pt x="11902" y="1921"/>
                </a:cubicBezTo>
                <a:cubicBezTo>
                  <a:pt x="11816" y="829"/>
                  <a:pt x="10905" y="4"/>
                  <a:pt x="9836" y="4"/>
                </a:cubicBezTo>
                <a:cubicBezTo>
                  <a:pt x="9770" y="4"/>
                  <a:pt x="9703" y="7"/>
                  <a:pt x="9636" y="13"/>
                </a:cubicBezTo>
                <a:lnTo>
                  <a:pt x="9636" y="7"/>
                </a:lnTo>
                <a:cubicBezTo>
                  <a:pt x="8640" y="91"/>
                  <a:pt x="7846" y="866"/>
                  <a:pt x="7742" y="1856"/>
                </a:cubicBezTo>
                <a:cubicBezTo>
                  <a:pt x="7742" y="1888"/>
                  <a:pt x="7735" y="1921"/>
                  <a:pt x="7735" y="1953"/>
                </a:cubicBezTo>
                <a:cubicBezTo>
                  <a:pt x="7670" y="3119"/>
                  <a:pt x="7188" y="4226"/>
                  <a:pt x="6368" y="5052"/>
                </a:cubicBezTo>
                <a:lnTo>
                  <a:pt x="4239" y="7175"/>
                </a:lnTo>
                <a:cubicBezTo>
                  <a:pt x="4091" y="7323"/>
                  <a:pt x="3900" y="7395"/>
                  <a:pt x="3712" y="7395"/>
                </a:cubicBezTo>
                <a:cubicBezTo>
                  <a:pt x="3461" y="7395"/>
                  <a:pt x="3215" y="7269"/>
                  <a:pt x="3074" y="7032"/>
                </a:cubicBezTo>
                <a:cubicBezTo>
                  <a:pt x="2872" y="6687"/>
                  <a:pt x="2761" y="6296"/>
                  <a:pt x="2768" y="5899"/>
                </a:cubicBezTo>
                <a:lnTo>
                  <a:pt x="2768" y="5456"/>
                </a:lnTo>
                <a:cubicBezTo>
                  <a:pt x="2774" y="4786"/>
                  <a:pt x="3113" y="4154"/>
                  <a:pt x="3666" y="3776"/>
                </a:cubicBezTo>
                <a:cubicBezTo>
                  <a:pt x="4408" y="3262"/>
                  <a:pt x="4727" y="2325"/>
                  <a:pt x="4460" y="1459"/>
                </a:cubicBezTo>
                <a:cubicBezTo>
                  <a:pt x="4193" y="599"/>
                  <a:pt x="3399" y="7"/>
                  <a:pt x="2494" y="0"/>
                </a:cubicBezTo>
                <a:cubicBezTo>
                  <a:pt x="2489" y="0"/>
                  <a:pt x="2484" y="0"/>
                  <a:pt x="247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476423" y="3665479"/>
            <a:ext cx="244359" cy="244359"/>
          </a:xfrm>
          <a:custGeom>
            <a:avLst/>
            <a:gdLst/>
            <a:ahLst/>
            <a:cxnLst/>
            <a:rect l="l" t="t" r="r" b="b"/>
            <a:pathLst>
              <a:path w="4154" h="4154" extrusionOk="0">
                <a:moveTo>
                  <a:pt x="2077" y="0"/>
                </a:moveTo>
                <a:cubicBezTo>
                  <a:pt x="931" y="0"/>
                  <a:pt x="0" y="931"/>
                  <a:pt x="0" y="2077"/>
                </a:cubicBezTo>
                <a:cubicBezTo>
                  <a:pt x="0" y="3223"/>
                  <a:pt x="931" y="4154"/>
                  <a:pt x="2077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912248" y="4096303"/>
            <a:ext cx="244006" cy="244418"/>
          </a:xfrm>
          <a:custGeom>
            <a:avLst/>
            <a:gdLst/>
            <a:ahLst/>
            <a:cxnLst/>
            <a:rect l="l" t="t" r="r" b="b"/>
            <a:pathLst>
              <a:path w="4148" h="4155" extrusionOk="0">
                <a:moveTo>
                  <a:pt x="2070" y="0"/>
                </a:moveTo>
                <a:cubicBezTo>
                  <a:pt x="925" y="0"/>
                  <a:pt x="0" y="931"/>
                  <a:pt x="0" y="2077"/>
                </a:cubicBezTo>
                <a:cubicBezTo>
                  <a:pt x="0" y="3223"/>
                  <a:pt x="925" y="4154"/>
                  <a:pt x="2070" y="4154"/>
                </a:cubicBezTo>
                <a:cubicBezTo>
                  <a:pt x="3216" y="4154"/>
                  <a:pt x="4147" y="3223"/>
                  <a:pt x="4147" y="2077"/>
                </a:cubicBezTo>
                <a:cubicBezTo>
                  <a:pt x="4147" y="931"/>
                  <a:pt x="3216" y="0"/>
                  <a:pt x="2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439247" y="3665361"/>
            <a:ext cx="723136" cy="675311"/>
          </a:xfrm>
          <a:custGeom>
            <a:avLst/>
            <a:gdLst/>
            <a:ahLst/>
            <a:cxnLst/>
            <a:rect l="l" t="t" r="r" b="b"/>
            <a:pathLst>
              <a:path w="12293" h="11480" extrusionOk="0">
                <a:moveTo>
                  <a:pt x="10128" y="1"/>
                </a:moveTo>
                <a:cubicBezTo>
                  <a:pt x="10068" y="1"/>
                  <a:pt x="10009" y="3"/>
                  <a:pt x="9949" y="9"/>
                </a:cubicBezTo>
                <a:cubicBezTo>
                  <a:pt x="8933" y="93"/>
                  <a:pt x="8132" y="894"/>
                  <a:pt x="8048" y="1903"/>
                </a:cubicBezTo>
                <a:lnTo>
                  <a:pt x="8048" y="1929"/>
                </a:lnTo>
                <a:cubicBezTo>
                  <a:pt x="7969" y="3088"/>
                  <a:pt x="7488" y="4182"/>
                  <a:pt x="6680" y="5015"/>
                </a:cubicBezTo>
                <a:lnTo>
                  <a:pt x="5997" y="5718"/>
                </a:lnTo>
                <a:cubicBezTo>
                  <a:pt x="5066" y="6656"/>
                  <a:pt x="3835" y="7229"/>
                  <a:pt x="2527" y="7333"/>
                </a:cubicBezTo>
                <a:lnTo>
                  <a:pt x="2494" y="7333"/>
                </a:lnTo>
                <a:cubicBezTo>
                  <a:pt x="743" y="7515"/>
                  <a:pt x="0" y="9664"/>
                  <a:pt x="1264" y="10894"/>
                </a:cubicBezTo>
                <a:cubicBezTo>
                  <a:pt x="1682" y="11297"/>
                  <a:pt x="2193" y="11480"/>
                  <a:pt x="2694" y="11480"/>
                </a:cubicBezTo>
                <a:cubicBezTo>
                  <a:pt x="3715" y="11480"/>
                  <a:pt x="4696" y="10725"/>
                  <a:pt x="4779" y="9547"/>
                </a:cubicBezTo>
                <a:lnTo>
                  <a:pt x="4779" y="9514"/>
                </a:lnTo>
                <a:cubicBezTo>
                  <a:pt x="4838" y="8342"/>
                  <a:pt x="5320" y="7229"/>
                  <a:pt x="6140" y="6382"/>
                </a:cubicBezTo>
                <a:lnTo>
                  <a:pt x="6745" y="5757"/>
                </a:lnTo>
                <a:cubicBezTo>
                  <a:pt x="7689" y="4807"/>
                  <a:pt x="8940" y="4234"/>
                  <a:pt x="10274" y="4143"/>
                </a:cubicBezTo>
                <a:lnTo>
                  <a:pt x="10300" y="4143"/>
                </a:lnTo>
                <a:cubicBezTo>
                  <a:pt x="11446" y="4045"/>
                  <a:pt x="12292" y="3042"/>
                  <a:pt x="12195" y="1897"/>
                </a:cubicBezTo>
                <a:cubicBezTo>
                  <a:pt x="12102" y="817"/>
                  <a:pt x="11192" y="1"/>
                  <a:pt x="101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2"/>
          <p:cNvSpPr/>
          <p:nvPr/>
        </p:nvSpPr>
        <p:spPr>
          <a:xfrm>
            <a:off x="476423" y="3234596"/>
            <a:ext cx="244359" cy="244418"/>
          </a:xfrm>
          <a:custGeom>
            <a:avLst/>
            <a:gdLst/>
            <a:ahLst/>
            <a:cxnLst/>
            <a:rect l="l" t="t" r="r" b="b"/>
            <a:pathLst>
              <a:path w="4154" h="4155" extrusionOk="0">
                <a:moveTo>
                  <a:pt x="2077" y="1"/>
                </a:moveTo>
                <a:cubicBezTo>
                  <a:pt x="931" y="1"/>
                  <a:pt x="0" y="932"/>
                  <a:pt x="0" y="2078"/>
                </a:cubicBezTo>
                <a:cubicBezTo>
                  <a:pt x="0" y="3223"/>
                  <a:pt x="931" y="4154"/>
                  <a:pt x="2077" y="4154"/>
                </a:cubicBezTo>
                <a:cubicBezTo>
                  <a:pt x="3223" y="4154"/>
                  <a:pt x="4154" y="3223"/>
                  <a:pt x="4154" y="2078"/>
                </a:cubicBezTo>
                <a:cubicBezTo>
                  <a:pt x="4154" y="932"/>
                  <a:pt x="3223" y="1"/>
                  <a:pt x="20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"/>
          <p:cNvSpPr/>
          <p:nvPr/>
        </p:nvSpPr>
        <p:spPr>
          <a:xfrm>
            <a:off x="596875" y="484133"/>
            <a:ext cx="1143264" cy="244241"/>
          </a:xfrm>
          <a:custGeom>
            <a:avLst/>
            <a:gdLst/>
            <a:ahLst/>
            <a:cxnLst/>
            <a:rect l="l" t="t" r="r" b="b"/>
            <a:pathLst>
              <a:path w="19435" h="4152" extrusionOk="0">
                <a:moveTo>
                  <a:pt x="2082" y="1"/>
                </a:moveTo>
                <a:cubicBezTo>
                  <a:pt x="1834" y="1"/>
                  <a:pt x="1583" y="45"/>
                  <a:pt x="1342" y="137"/>
                </a:cubicBezTo>
                <a:cubicBezTo>
                  <a:pt x="534" y="449"/>
                  <a:pt x="0" y="1224"/>
                  <a:pt x="13" y="2090"/>
                </a:cubicBezTo>
                <a:cubicBezTo>
                  <a:pt x="20" y="2956"/>
                  <a:pt x="560" y="3724"/>
                  <a:pt x="1368" y="4023"/>
                </a:cubicBezTo>
                <a:cubicBezTo>
                  <a:pt x="1601" y="4109"/>
                  <a:pt x="1843" y="4151"/>
                  <a:pt x="2082" y="4151"/>
                </a:cubicBezTo>
                <a:cubicBezTo>
                  <a:pt x="2676" y="4151"/>
                  <a:pt x="3256" y="3895"/>
                  <a:pt x="3659" y="3431"/>
                </a:cubicBezTo>
                <a:cubicBezTo>
                  <a:pt x="4200" y="2786"/>
                  <a:pt x="4994" y="2409"/>
                  <a:pt x="5834" y="2402"/>
                </a:cubicBezTo>
                <a:lnTo>
                  <a:pt x="5997" y="2402"/>
                </a:lnTo>
                <a:cubicBezTo>
                  <a:pt x="6726" y="2402"/>
                  <a:pt x="7403" y="2747"/>
                  <a:pt x="7839" y="3327"/>
                </a:cubicBezTo>
                <a:cubicBezTo>
                  <a:pt x="8251" y="3874"/>
                  <a:pt x="8872" y="4151"/>
                  <a:pt x="9494" y="4151"/>
                </a:cubicBezTo>
                <a:cubicBezTo>
                  <a:pt x="10071" y="4151"/>
                  <a:pt x="10649" y="3913"/>
                  <a:pt x="11062" y="3431"/>
                </a:cubicBezTo>
                <a:cubicBezTo>
                  <a:pt x="11602" y="2786"/>
                  <a:pt x="12397" y="2409"/>
                  <a:pt x="13236" y="2402"/>
                </a:cubicBezTo>
                <a:lnTo>
                  <a:pt x="13373" y="2402"/>
                </a:lnTo>
                <a:cubicBezTo>
                  <a:pt x="14115" y="2409"/>
                  <a:pt x="14812" y="2760"/>
                  <a:pt x="15261" y="3353"/>
                </a:cubicBezTo>
                <a:cubicBezTo>
                  <a:pt x="15680" y="3890"/>
                  <a:pt x="16287" y="4150"/>
                  <a:pt x="16892" y="4150"/>
                </a:cubicBezTo>
                <a:cubicBezTo>
                  <a:pt x="17621" y="4150"/>
                  <a:pt x="18347" y="3770"/>
                  <a:pt x="18731" y="3040"/>
                </a:cubicBezTo>
                <a:cubicBezTo>
                  <a:pt x="19435" y="1712"/>
                  <a:pt x="18530" y="97"/>
                  <a:pt x="17026" y="6"/>
                </a:cubicBezTo>
                <a:cubicBezTo>
                  <a:pt x="16980" y="3"/>
                  <a:pt x="16935" y="2"/>
                  <a:pt x="16890" y="2"/>
                </a:cubicBezTo>
                <a:cubicBezTo>
                  <a:pt x="16249" y="2"/>
                  <a:pt x="15638" y="303"/>
                  <a:pt x="15248" y="820"/>
                </a:cubicBezTo>
                <a:cubicBezTo>
                  <a:pt x="14799" y="1406"/>
                  <a:pt x="14102" y="1751"/>
                  <a:pt x="13367" y="1751"/>
                </a:cubicBezTo>
                <a:lnTo>
                  <a:pt x="13236" y="1751"/>
                </a:lnTo>
                <a:cubicBezTo>
                  <a:pt x="12397" y="1738"/>
                  <a:pt x="11602" y="1367"/>
                  <a:pt x="11062" y="722"/>
                </a:cubicBezTo>
                <a:cubicBezTo>
                  <a:pt x="10649" y="240"/>
                  <a:pt x="10071" y="2"/>
                  <a:pt x="9494" y="2"/>
                </a:cubicBezTo>
                <a:cubicBezTo>
                  <a:pt x="8872" y="2"/>
                  <a:pt x="8251" y="279"/>
                  <a:pt x="7839" y="827"/>
                </a:cubicBezTo>
                <a:cubicBezTo>
                  <a:pt x="7403" y="1406"/>
                  <a:pt x="6726" y="1745"/>
                  <a:pt x="5997" y="1751"/>
                </a:cubicBezTo>
                <a:lnTo>
                  <a:pt x="5906" y="1751"/>
                </a:lnTo>
                <a:cubicBezTo>
                  <a:pt x="5033" y="1738"/>
                  <a:pt x="4206" y="1354"/>
                  <a:pt x="3640" y="696"/>
                </a:cubicBezTo>
                <a:cubicBezTo>
                  <a:pt x="3234" y="245"/>
                  <a:pt x="2664" y="1"/>
                  <a:pt x="2082" y="1"/>
                </a:cubicBezTo>
                <a:close/>
              </a:path>
            </a:pathLst>
          </a:custGeom>
          <a:solidFill>
            <a:srgbClr val="2E2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3"/>
          <p:cNvSpPr/>
          <p:nvPr/>
        </p:nvSpPr>
        <p:spPr>
          <a:xfrm rot="-5400000">
            <a:off x="4208178" y="4104771"/>
            <a:ext cx="244418" cy="244359"/>
          </a:xfrm>
          <a:custGeom>
            <a:avLst/>
            <a:gdLst/>
            <a:ahLst/>
            <a:cxnLst/>
            <a:rect l="l" t="t" r="r" b="b"/>
            <a:pathLst>
              <a:path w="4155" h="4154" extrusionOk="0">
                <a:moveTo>
                  <a:pt x="2077" y="0"/>
                </a:moveTo>
                <a:cubicBezTo>
                  <a:pt x="931" y="0"/>
                  <a:pt x="0" y="931"/>
                  <a:pt x="0" y="2077"/>
                </a:cubicBezTo>
                <a:cubicBezTo>
                  <a:pt x="0" y="3223"/>
                  <a:pt x="931" y="4154"/>
                  <a:pt x="2077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3"/>
          <p:cNvSpPr/>
          <p:nvPr/>
        </p:nvSpPr>
        <p:spPr>
          <a:xfrm rot="-5400000">
            <a:off x="4618090" y="3668789"/>
            <a:ext cx="717018" cy="675135"/>
          </a:xfrm>
          <a:custGeom>
            <a:avLst/>
            <a:gdLst/>
            <a:ahLst/>
            <a:cxnLst/>
            <a:rect l="l" t="t" r="r" b="b"/>
            <a:pathLst>
              <a:path w="12189" h="11477" extrusionOk="0">
                <a:moveTo>
                  <a:pt x="2333" y="0"/>
                </a:moveTo>
                <a:cubicBezTo>
                  <a:pt x="1473" y="0"/>
                  <a:pt x="700" y="544"/>
                  <a:pt x="397" y="1355"/>
                </a:cubicBezTo>
                <a:cubicBezTo>
                  <a:pt x="98" y="2181"/>
                  <a:pt x="345" y="3106"/>
                  <a:pt x="1016" y="3666"/>
                </a:cubicBezTo>
                <a:cubicBezTo>
                  <a:pt x="1648" y="4187"/>
                  <a:pt x="2019" y="4968"/>
                  <a:pt x="2019" y="5788"/>
                </a:cubicBezTo>
                <a:lnTo>
                  <a:pt x="2019" y="5821"/>
                </a:lnTo>
                <a:cubicBezTo>
                  <a:pt x="2012" y="6583"/>
                  <a:pt x="1654" y="7305"/>
                  <a:pt x="1049" y="7781"/>
                </a:cubicBezTo>
                <a:cubicBezTo>
                  <a:pt x="85" y="8549"/>
                  <a:pt x="0" y="9994"/>
                  <a:pt x="879" y="10867"/>
                </a:cubicBezTo>
                <a:cubicBezTo>
                  <a:pt x="1285" y="11276"/>
                  <a:pt x="1814" y="11476"/>
                  <a:pt x="2342" y="11476"/>
                </a:cubicBezTo>
                <a:cubicBezTo>
                  <a:pt x="2948" y="11476"/>
                  <a:pt x="3551" y="11212"/>
                  <a:pt x="3965" y="10697"/>
                </a:cubicBezTo>
                <a:cubicBezTo>
                  <a:pt x="4434" y="10092"/>
                  <a:pt x="5157" y="9734"/>
                  <a:pt x="5925" y="9727"/>
                </a:cubicBezTo>
                <a:cubicBezTo>
                  <a:pt x="6765" y="9734"/>
                  <a:pt x="7559" y="10111"/>
                  <a:pt x="8093" y="10749"/>
                </a:cubicBezTo>
                <a:cubicBezTo>
                  <a:pt x="8514" y="11239"/>
                  <a:pt x="9093" y="11473"/>
                  <a:pt x="9667" y="11473"/>
                </a:cubicBezTo>
                <a:cubicBezTo>
                  <a:pt x="10415" y="11473"/>
                  <a:pt x="11155" y="11075"/>
                  <a:pt x="11531" y="10320"/>
                </a:cubicBezTo>
                <a:cubicBezTo>
                  <a:pt x="12188" y="8992"/>
                  <a:pt x="11277" y="7416"/>
                  <a:pt x="9799" y="7325"/>
                </a:cubicBezTo>
                <a:lnTo>
                  <a:pt x="9792" y="7331"/>
                </a:lnTo>
                <a:cubicBezTo>
                  <a:pt x="9745" y="7328"/>
                  <a:pt x="9698" y="7327"/>
                  <a:pt x="9652" y="7327"/>
                </a:cubicBezTo>
                <a:cubicBezTo>
                  <a:pt x="9039" y="7327"/>
                  <a:pt x="8460" y="7602"/>
                  <a:pt x="8067" y="8080"/>
                </a:cubicBezTo>
                <a:cubicBezTo>
                  <a:pt x="7533" y="8712"/>
                  <a:pt x="6752" y="9076"/>
                  <a:pt x="5925" y="9076"/>
                </a:cubicBezTo>
                <a:cubicBezTo>
                  <a:pt x="5163" y="9070"/>
                  <a:pt x="4441" y="8718"/>
                  <a:pt x="3972" y="8113"/>
                </a:cubicBezTo>
                <a:cubicBezTo>
                  <a:pt x="3874" y="7995"/>
                  <a:pt x="3770" y="7885"/>
                  <a:pt x="3653" y="7787"/>
                </a:cubicBezTo>
                <a:cubicBezTo>
                  <a:pt x="3041" y="7305"/>
                  <a:pt x="2676" y="6570"/>
                  <a:pt x="2670" y="5788"/>
                </a:cubicBezTo>
                <a:cubicBezTo>
                  <a:pt x="2663" y="4981"/>
                  <a:pt x="3021" y="4206"/>
                  <a:pt x="3646" y="3692"/>
                </a:cubicBezTo>
                <a:cubicBezTo>
                  <a:pt x="4330" y="3145"/>
                  <a:pt x="4597" y="2227"/>
                  <a:pt x="4304" y="1394"/>
                </a:cubicBezTo>
                <a:cubicBezTo>
                  <a:pt x="4017" y="567"/>
                  <a:pt x="3243" y="7"/>
                  <a:pt x="2364" y="0"/>
                </a:cubicBezTo>
                <a:cubicBezTo>
                  <a:pt x="2353" y="0"/>
                  <a:pt x="2343" y="0"/>
                  <a:pt x="23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62" r:id="rId7"/>
    <p:sldLayoutId id="2147483667" r:id="rId8"/>
    <p:sldLayoutId id="2147483668" r:id="rId9"/>
    <p:sldLayoutId id="2147483678" r:id="rId10"/>
    <p:sldLayoutId id="214748367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"/>
          <p:cNvSpPr txBox="1">
            <a:spLocks noGrp="1"/>
          </p:cNvSpPr>
          <p:nvPr>
            <p:ph type="ctrTitle"/>
          </p:nvPr>
        </p:nvSpPr>
        <p:spPr>
          <a:xfrm>
            <a:off x="829724" y="704599"/>
            <a:ext cx="4790700" cy="6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Initiation aux NGS</a:t>
            </a:r>
            <a:endParaRPr/>
          </a:p>
        </p:txBody>
      </p:sp>
      <p:sp>
        <p:nvSpPr>
          <p:cNvPr id="404" name="Google Shape;404;p36"/>
          <p:cNvSpPr txBox="1">
            <a:spLocks noGrp="1"/>
          </p:cNvSpPr>
          <p:nvPr>
            <p:ph type="subTitle" idx="2"/>
          </p:nvPr>
        </p:nvSpPr>
        <p:spPr>
          <a:xfrm>
            <a:off x="829724" y="2097088"/>
            <a:ext cx="4077011" cy="11295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Robin Cohen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Xavier Tomisinec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Guillaume Tricknot</a:t>
            </a:r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6977849" y="539225"/>
            <a:ext cx="2035521" cy="412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Master 1 Life Data Technologies</a:t>
            </a:r>
            <a:endParaRPr sz="9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407" name="Google Shape;407;p36"/>
          <p:cNvSpPr txBox="1">
            <a:spLocks noGrp="1"/>
          </p:cNvSpPr>
          <p:nvPr>
            <p:ph type="subTitle" idx="3"/>
          </p:nvPr>
        </p:nvSpPr>
        <p:spPr>
          <a:xfrm>
            <a:off x="829724" y="1366399"/>
            <a:ext cx="4790700" cy="4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Présentation</a:t>
            </a:r>
            <a:endParaRPr/>
          </a:p>
        </p:txBody>
      </p:sp>
      <p:pic>
        <p:nvPicPr>
          <p:cNvPr id="4" name="Image 3" descr="Une image contenant Police, texte, Graphique, capture d’écran&#10;&#10;Description générée automatiquement">
            <a:extLst>
              <a:ext uri="{FF2B5EF4-FFF2-40B4-BE49-F238E27FC236}">
                <a16:creationId xmlns:a16="http://schemas.microsoft.com/office/drawing/2014/main" id="{AAAB28ED-BAEA-88A8-9249-94801B987E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4461510"/>
            <a:ext cx="1940560" cy="681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L'histoire du département des Sciences et technologies (ISIMs) de la Haute  Ecole en Hainaut (HEH) | HEH">
            <a:extLst>
              <a:ext uri="{FF2B5EF4-FFF2-40B4-BE49-F238E27FC236}">
                <a16:creationId xmlns:a16="http://schemas.microsoft.com/office/drawing/2014/main" id="{2453EBB5-75EA-EFF1-5037-5F72C5F1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339" y="4299508"/>
            <a:ext cx="2782661" cy="1005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ute Ecole Provinciale de Hainaut - Condorcet">
            <a:extLst>
              <a:ext uri="{FF2B5EF4-FFF2-40B4-BE49-F238E27FC236}">
                <a16:creationId xmlns:a16="http://schemas.microsoft.com/office/drawing/2014/main" id="{C77AF899-A693-8911-68E3-BA318E18F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778" y="4411571"/>
            <a:ext cx="2404972" cy="73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7D3A333-99BB-4539-A8A3-606CB4082D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460" y="2642327"/>
            <a:ext cx="2638793" cy="1769243"/>
          </a:xfrm>
          <a:prstGeom prst="rect">
            <a:avLst/>
          </a:prstGeom>
        </p:spPr>
      </p:pic>
      <p:sp>
        <p:nvSpPr>
          <p:cNvPr id="12" name="Google Shape;466;p41">
            <a:extLst>
              <a:ext uri="{FF2B5EF4-FFF2-40B4-BE49-F238E27FC236}">
                <a16:creationId xmlns:a16="http://schemas.microsoft.com/office/drawing/2014/main" id="{3237D699-2BCF-98F7-A509-801F45F46415}"/>
              </a:ext>
            </a:extLst>
          </p:cNvPr>
          <p:cNvSpPr/>
          <p:nvPr/>
        </p:nvSpPr>
        <p:spPr>
          <a:xfrm>
            <a:off x="8381226" y="2312569"/>
            <a:ext cx="244418" cy="244418"/>
          </a:xfrm>
          <a:custGeom>
            <a:avLst/>
            <a:gdLst/>
            <a:ahLst/>
            <a:cxnLst/>
            <a:rect l="l" t="t" r="r" b="b"/>
            <a:pathLst>
              <a:path w="4155" h="4155" extrusionOk="0">
                <a:moveTo>
                  <a:pt x="2078" y="0"/>
                </a:moveTo>
                <a:cubicBezTo>
                  <a:pt x="932" y="0"/>
                  <a:pt x="1" y="931"/>
                  <a:pt x="1" y="2077"/>
                </a:cubicBezTo>
                <a:cubicBezTo>
                  <a:pt x="1" y="3223"/>
                  <a:pt x="932" y="4154"/>
                  <a:pt x="2078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67;p41">
            <a:extLst>
              <a:ext uri="{FF2B5EF4-FFF2-40B4-BE49-F238E27FC236}">
                <a16:creationId xmlns:a16="http://schemas.microsoft.com/office/drawing/2014/main" id="{744377FE-D882-A8C7-C0F5-A16E607AC5B3}"/>
              </a:ext>
            </a:extLst>
          </p:cNvPr>
          <p:cNvSpPr/>
          <p:nvPr/>
        </p:nvSpPr>
        <p:spPr>
          <a:xfrm>
            <a:off x="7533166" y="1885549"/>
            <a:ext cx="1134087" cy="675135"/>
          </a:xfrm>
          <a:custGeom>
            <a:avLst/>
            <a:gdLst/>
            <a:ahLst/>
            <a:cxnLst/>
            <a:rect l="l" t="t" r="r" b="b"/>
            <a:pathLst>
              <a:path w="19279" h="11477" extrusionOk="0">
                <a:moveTo>
                  <a:pt x="16863" y="1"/>
                </a:moveTo>
                <a:lnTo>
                  <a:pt x="16856" y="7"/>
                </a:lnTo>
                <a:cubicBezTo>
                  <a:pt x="16812" y="4"/>
                  <a:pt x="16767" y="3"/>
                  <a:pt x="16722" y="3"/>
                </a:cubicBezTo>
                <a:cubicBezTo>
                  <a:pt x="16062" y="3"/>
                  <a:pt x="15443" y="317"/>
                  <a:pt x="15053" y="860"/>
                </a:cubicBezTo>
                <a:cubicBezTo>
                  <a:pt x="14634" y="1421"/>
                  <a:pt x="13972" y="1752"/>
                  <a:pt x="13270" y="1752"/>
                </a:cubicBezTo>
                <a:cubicBezTo>
                  <a:pt x="13263" y="1752"/>
                  <a:pt x="13256" y="1752"/>
                  <a:pt x="13249" y="1752"/>
                </a:cubicBezTo>
                <a:lnTo>
                  <a:pt x="13152" y="1752"/>
                </a:lnTo>
                <a:cubicBezTo>
                  <a:pt x="12312" y="1746"/>
                  <a:pt x="11518" y="1368"/>
                  <a:pt x="10977" y="724"/>
                </a:cubicBezTo>
                <a:cubicBezTo>
                  <a:pt x="10564" y="244"/>
                  <a:pt x="9987" y="6"/>
                  <a:pt x="9410" y="6"/>
                </a:cubicBezTo>
                <a:cubicBezTo>
                  <a:pt x="8796" y="6"/>
                  <a:pt x="8183" y="275"/>
                  <a:pt x="7767" y="808"/>
                </a:cubicBezTo>
                <a:cubicBezTo>
                  <a:pt x="7288" y="1403"/>
                  <a:pt x="6570" y="1753"/>
                  <a:pt x="5804" y="1753"/>
                </a:cubicBezTo>
                <a:cubicBezTo>
                  <a:pt x="5790" y="1753"/>
                  <a:pt x="5776" y="1752"/>
                  <a:pt x="5762" y="1752"/>
                </a:cubicBezTo>
                <a:lnTo>
                  <a:pt x="5665" y="1752"/>
                </a:lnTo>
                <a:cubicBezTo>
                  <a:pt x="4896" y="1746"/>
                  <a:pt x="4174" y="1388"/>
                  <a:pt x="3705" y="782"/>
                </a:cubicBezTo>
                <a:cubicBezTo>
                  <a:pt x="3303" y="281"/>
                  <a:pt x="2702" y="3"/>
                  <a:pt x="2084" y="3"/>
                </a:cubicBezTo>
                <a:cubicBezTo>
                  <a:pt x="1851" y="3"/>
                  <a:pt x="1615" y="43"/>
                  <a:pt x="1387" y="125"/>
                </a:cubicBezTo>
                <a:cubicBezTo>
                  <a:pt x="554" y="418"/>
                  <a:pt x="0" y="1212"/>
                  <a:pt x="7" y="2091"/>
                </a:cubicBezTo>
                <a:cubicBezTo>
                  <a:pt x="13" y="2976"/>
                  <a:pt x="580" y="3757"/>
                  <a:pt x="1413" y="4044"/>
                </a:cubicBezTo>
                <a:cubicBezTo>
                  <a:pt x="1633" y="4119"/>
                  <a:pt x="1859" y="4155"/>
                  <a:pt x="2082" y="4155"/>
                </a:cubicBezTo>
                <a:cubicBezTo>
                  <a:pt x="2711" y="4155"/>
                  <a:pt x="3319" y="3868"/>
                  <a:pt x="3718" y="3354"/>
                </a:cubicBezTo>
                <a:cubicBezTo>
                  <a:pt x="4167" y="2761"/>
                  <a:pt x="4864" y="2410"/>
                  <a:pt x="5606" y="2403"/>
                </a:cubicBezTo>
                <a:lnTo>
                  <a:pt x="5795" y="2403"/>
                </a:lnTo>
                <a:cubicBezTo>
                  <a:pt x="6576" y="2416"/>
                  <a:pt x="7312" y="2774"/>
                  <a:pt x="7794" y="3386"/>
                </a:cubicBezTo>
                <a:cubicBezTo>
                  <a:pt x="7878" y="3491"/>
                  <a:pt x="7969" y="3582"/>
                  <a:pt x="8073" y="3666"/>
                </a:cubicBezTo>
                <a:cubicBezTo>
                  <a:pt x="8718" y="4213"/>
                  <a:pt x="9083" y="5021"/>
                  <a:pt x="9083" y="5867"/>
                </a:cubicBezTo>
                <a:cubicBezTo>
                  <a:pt x="9083" y="6609"/>
                  <a:pt x="8738" y="7306"/>
                  <a:pt x="8152" y="7755"/>
                </a:cubicBezTo>
                <a:cubicBezTo>
                  <a:pt x="7989" y="7879"/>
                  <a:pt x="7846" y="8028"/>
                  <a:pt x="7722" y="8198"/>
                </a:cubicBezTo>
                <a:cubicBezTo>
                  <a:pt x="7331" y="8745"/>
                  <a:pt x="6700" y="9070"/>
                  <a:pt x="6029" y="9077"/>
                </a:cubicBezTo>
                <a:lnTo>
                  <a:pt x="5899" y="9077"/>
                </a:lnTo>
                <a:cubicBezTo>
                  <a:pt x="5027" y="9064"/>
                  <a:pt x="4200" y="8679"/>
                  <a:pt x="3633" y="8022"/>
                </a:cubicBezTo>
                <a:cubicBezTo>
                  <a:pt x="3227" y="7570"/>
                  <a:pt x="2658" y="7326"/>
                  <a:pt x="2075" y="7326"/>
                </a:cubicBezTo>
                <a:cubicBezTo>
                  <a:pt x="1827" y="7326"/>
                  <a:pt x="1576" y="7371"/>
                  <a:pt x="1335" y="7462"/>
                </a:cubicBezTo>
                <a:cubicBezTo>
                  <a:pt x="528" y="7774"/>
                  <a:pt x="0" y="8549"/>
                  <a:pt x="7" y="9415"/>
                </a:cubicBezTo>
                <a:cubicBezTo>
                  <a:pt x="13" y="10281"/>
                  <a:pt x="554" y="11049"/>
                  <a:pt x="1368" y="11349"/>
                </a:cubicBezTo>
                <a:cubicBezTo>
                  <a:pt x="1599" y="11435"/>
                  <a:pt x="1840" y="11476"/>
                  <a:pt x="2078" y="11476"/>
                </a:cubicBezTo>
                <a:cubicBezTo>
                  <a:pt x="2670" y="11476"/>
                  <a:pt x="3249" y="11221"/>
                  <a:pt x="3653" y="10756"/>
                </a:cubicBezTo>
                <a:cubicBezTo>
                  <a:pt x="4193" y="10112"/>
                  <a:pt x="4987" y="9734"/>
                  <a:pt x="5827" y="9728"/>
                </a:cubicBezTo>
                <a:lnTo>
                  <a:pt x="6036" y="9728"/>
                </a:lnTo>
                <a:cubicBezTo>
                  <a:pt x="6706" y="9734"/>
                  <a:pt x="7338" y="10066"/>
                  <a:pt x="7722" y="10613"/>
                </a:cubicBezTo>
                <a:cubicBezTo>
                  <a:pt x="8129" y="11183"/>
                  <a:pt x="8764" y="11477"/>
                  <a:pt x="9404" y="11477"/>
                </a:cubicBezTo>
                <a:cubicBezTo>
                  <a:pt x="9920" y="11477"/>
                  <a:pt x="10440" y="11285"/>
                  <a:pt x="10847" y="10893"/>
                </a:cubicBezTo>
                <a:cubicBezTo>
                  <a:pt x="11758" y="10014"/>
                  <a:pt x="11674" y="8530"/>
                  <a:pt x="10671" y="7755"/>
                </a:cubicBezTo>
                <a:cubicBezTo>
                  <a:pt x="10079" y="7306"/>
                  <a:pt x="9734" y="6603"/>
                  <a:pt x="9734" y="5860"/>
                </a:cubicBezTo>
                <a:cubicBezTo>
                  <a:pt x="9727" y="5014"/>
                  <a:pt x="10098" y="4213"/>
                  <a:pt x="10743" y="3666"/>
                </a:cubicBezTo>
                <a:cubicBezTo>
                  <a:pt x="10840" y="3575"/>
                  <a:pt x="10932" y="3484"/>
                  <a:pt x="11016" y="3386"/>
                </a:cubicBezTo>
                <a:cubicBezTo>
                  <a:pt x="11539" y="2754"/>
                  <a:pt x="12317" y="2397"/>
                  <a:pt x="13130" y="2397"/>
                </a:cubicBezTo>
                <a:cubicBezTo>
                  <a:pt x="13137" y="2397"/>
                  <a:pt x="13144" y="2397"/>
                  <a:pt x="13152" y="2397"/>
                </a:cubicBezTo>
                <a:lnTo>
                  <a:pt x="13249" y="2397"/>
                </a:lnTo>
                <a:cubicBezTo>
                  <a:pt x="13966" y="2403"/>
                  <a:pt x="14643" y="2742"/>
                  <a:pt x="15072" y="3315"/>
                </a:cubicBezTo>
                <a:cubicBezTo>
                  <a:pt x="15490" y="3877"/>
                  <a:pt x="16112" y="4150"/>
                  <a:pt x="16731" y="4150"/>
                </a:cubicBezTo>
                <a:cubicBezTo>
                  <a:pt x="17453" y="4150"/>
                  <a:pt x="18170" y="3779"/>
                  <a:pt x="18556" y="3061"/>
                </a:cubicBezTo>
                <a:cubicBezTo>
                  <a:pt x="19278" y="1726"/>
                  <a:pt x="18373" y="99"/>
                  <a:pt x="1686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68;p41">
            <a:extLst>
              <a:ext uri="{FF2B5EF4-FFF2-40B4-BE49-F238E27FC236}">
                <a16:creationId xmlns:a16="http://schemas.microsoft.com/office/drawing/2014/main" id="{9EB86056-676C-7CD5-7316-2AABC2792EFE}"/>
              </a:ext>
            </a:extLst>
          </p:cNvPr>
          <p:cNvSpPr/>
          <p:nvPr/>
        </p:nvSpPr>
        <p:spPr>
          <a:xfrm>
            <a:off x="8384524" y="1455005"/>
            <a:ext cx="265065" cy="674899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69;p41">
            <a:extLst>
              <a:ext uri="{FF2B5EF4-FFF2-40B4-BE49-F238E27FC236}">
                <a16:creationId xmlns:a16="http://schemas.microsoft.com/office/drawing/2014/main" id="{34FCCA78-3C86-B990-A6D6-114DEC78BB0F}"/>
              </a:ext>
            </a:extLst>
          </p:cNvPr>
          <p:cNvSpPr/>
          <p:nvPr/>
        </p:nvSpPr>
        <p:spPr>
          <a:xfrm rot="5400000">
            <a:off x="7738782" y="1236670"/>
            <a:ext cx="265955" cy="677165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466;p41">
            <a:extLst>
              <a:ext uri="{FF2B5EF4-FFF2-40B4-BE49-F238E27FC236}">
                <a16:creationId xmlns:a16="http://schemas.microsoft.com/office/drawing/2014/main" id="{7B927D43-8508-7965-622F-206B1E88F036}"/>
              </a:ext>
            </a:extLst>
          </p:cNvPr>
          <p:cNvSpPr/>
          <p:nvPr/>
        </p:nvSpPr>
        <p:spPr>
          <a:xfrm>
            <a:off x="7247139" y="2330666"/>
            <a:ext cx="244418" cy="244418"/>
          </a:xfrm>
          <a:custGeom>
            <a:avLst/>
            <a:gdLst/>
            <a:ahLst/>
            <a:cxnLst/>
            <a:rect l="l" t="t" r="r" b="b"/>
            <a:pathLst>
              <a:path w="4155" h="4155" extrusionOk="0">
                <a:moveTo>
                  <a:pt x="2078" y="0"/>
                </a:moveTo>
                <a:cubicBezTo>
                  <a:pt x="932" y="0"/>
                  <a:pt x="1" y="931"/>
                  <a:pt x="1" y="2077"/>
                </a:cubicBezTo>
                <a:cubicBezTo>
                  <a:pt x="1" y="3223"/>
                  <a:pt x="932" y="4154"/>
                  <a:pt x="2078" y="4154"/>
                </a:cubicBezTo>
                <a:cubicBezTo>
                  <a:pt x="3223" y="4154"/>
                  <a:pt x="4154" y="3223"/>
                  <a:pt x="4154" y="2077"/>
                </a:cubicBezTo>
                <a:cubicBezTo>
                  <a:pt x="4154" y="931"/>
                  <a:pt x="3223" y="0"/>
                  <a:pt x="20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467;p41">
            <a:extLst>
              <a:ext uri="{FF2B5EF4-FFF2-40B4-BE49-F238E27FC236}">
                <a16:creationId xmlns:a16="http://schemas.microsoft.com/office/drawing/2014/main" id="{52FA40D5-65BD-BE12-A9CB-FD158B09EBE5}"/>
              </a:ext>
            </a:extLst>
          </p:cNvPr>
          <p:cNvSpPr/>
          <p:nvPr/>
        </p:nvSpPr>
        <p:spPr>
          <a:xfrm>
            <a:off x="6399079" y="1903646"/>
            <a:ext cx="1134087" cy="675135"/>
          </a:xfrm>
          <a:custGeom>
            <a:avLst/>
            <a:gdLst/>
            <a:ahLst/>
            <a:cxnLst/>
            <a:rect l="l" t="t" r="r" b="b"/>
            <a:pathLst>
              <a:path w="19279" h="11477" extrusionOk="0">
                <a:moveTo>
                  <a:pt x="16863" y="1"/>
                </a:moveTo>
                <a:lnTo>
                  <a:pt x="16856" y="7"/>
                </a:lnTo>
                <a:cubicBezTo>
                  <a:pt x="16812" y="4"/>
                  <a:pt x="16767" y="3"/>
                  <a:pt x="16722" y="3"/>
                </a:cubicBezTo>
                <a:cubicBezTo>
                  <a:pt x="16062" y="3"/>
                  <a:pt x="15443" y="317"/>
                  <a:pt x="15053" y="860"/>
                </a:cubicBezTo>
                <a:cubicBezTo>
                  <a:pt x="14634" y="1421"/>
                  <a:pt x="13972" y="1752"/>
                  <a:pt x="13270" y="1752"/>
                </a:cubicBezTo>
                <a:cubicBezTo>
                  <a:pt x="13263" y="1752"/>
                  <a:pt x="13256" y="1752"/>
                  <a:pt x="13249" y="1752"/>
                </a:cubicBezTo>
                <a:lnTo>
                  <a:pt x="13152" y="1752"/>
                </a:lnTo>
                <a:cubicBezTo>
                  <a:pt x="12312" y="1746"/>
                  <a:pt x="11518" y="1368"/>
                  <a:pt x="10977" y="724"/>
                </a:cubicBezTo>
                <a:cubicBezTo>
                  <a:pt x="10564" y="244"/>
                  <a:pt x="9987" y="6"/>
                  <a:pt x="9410" y="6"/>
                </a:cubicBezTo>
                <a:cubicBezTo>
                  <a:pt x="8796" y="6"/>
                  <a:pt x="8183" y="275"/>
                  <a:pt x="7767" y="808"/>
                </a:cubicBezTo>
                <a:cubicBezTo>
                  <a:pt x="7288" y="1403"/>
                  <a:pt x="6570" y="1753"/>
                  <a:pt x="5804" y="1753"/>
                </a:cubicBezTo>
                <a:cubicBezTo>
                  <a:pt x="5790" y="1753"/>
                  <a:pt x="5776" y="1752"/>
                  <a:pt x="5762" y="1752"/>
                </a:cubicBezTo>
                <a:lnTo>
                  <a:pt x="5665" y="1752"/>
                </a:lnTo>
                <a:cubicBezTo>
                  <a:pt x="4896" y="1746"/>
                  <a:pt x="4174" y="1388"/>
                  <a:pt x="3705" y="782"/>
                </a:cubicBezTo>
                <a:cubicBezTo>
                  <a:pt x="3303" y="281"/>
                  <a:pt x="2702" y="3"/>
                  <a:pt x="2084" y="3"/>
                </a:cubicBezTo>
                <a:cubicBezTo>
                  <a:pt x="1851" y="3"/>
                  <a:pt x="1615" y="43"/>
                  <a:pt x="1387" y="125"/>
                </a:cubicBezTo>
                <a:cubicBezTo>
                  <a:pt x="554" y="418"/>
                  <a:pt x="0" y="1212"/>
                  <a:pt x="7" y="2091"/>
                </a:cubicBezTo>
                <a:cubicBezTo>
                  <a:pt x="13" y="2976"/>
                  <a:pt x="580" y="3757"/>
                  <a:pt x="1413" y="4044"/>
                </a:cubicBezTo>
                <a:cubicBezTo>
                  <a:pt x="1633" y="4119"/>
                  <a:pt x="1859" y="4155"/>
                  <a:pt x="2082" y="4155"/>
                </a:cubicBezTo>
                <a:cubicBezTo>
                  <a:pt x="2711" y="4155"/>
                  <a:pt x="3319" y="3868"/>
                  <a:pt x="3718" y="3354"/>
                </a:cubicBezTo>
                <a:cubicBezTo>
                  <a:pt x="4167" y="2761"/>
                  <a:pt x="4864" y="2410"/>
                  <a:pt x="5606" y="2403"/>
                </a:cubicBezTo>
                <a:lnTo>
                  <a:pt x="5795" y="2403"/>
                </a:lnTo>
                <a:cubicBezTo>
                  <a:pt x="6576" y="2416"/>
                  <a:pt x="7312" y="2774"/>
                  <a:pt x="7794" y="3386"/>
                </a:cubicBezTo>
                <a:cubicBezTo>
                  <a:pt x="7878" y="3491"/>
                  <a:pt x="7969" y="3582"/>
                  <a:pt x="8073" y="3666"/>
                </a:cubicBezTo>
                <a:cubicBezTo>
                  <a:pt x="8718" y="4213"/>
                  <a:pt x="9083" y="5021"/>
                  <a:pt x="9083" y="5867"/>
                </a:cubicBezTo>
                <a:cubicBezTo>
                  <a:pt x="9083" y="6609"/>
                  <a:pt x="8738" y="7306"/>
                  <a:pt x="8152" y="7755"/>
                </a:cubicBezTo>
                <a:cubicBezTo>
                  <a:pt x="7989" y="7879"/>
                  <a:pt x="7846" y="8028"/>
                  <a:pt x="7722" y="8198"/>
                </a:cubicBezTo>
                <a:cubicBezTo>
                  <a:pt x="7331" y="8745"/>
                  <a:pt x="6700" y="9070"/>
                  <a:pt x="6029" y="9077"/>
                </a:cubicBezTo>
                <a:lnTo>
                  <a:pt x="5899" y="9077"/>
                </a:lnTo>
                <a:cubicBezTo>
                  <a:pt x="5027" y="9064"/>
                  <a:pt x="4200" y="8679"/>
                  <a:pt x="3633" y="8022"/>
                </a:cubicBezTo>
                <a:cubicBezTo>
                  <a:pt x="3227" y="7570"/>
                  <a:pt x="2658" y="7326"/>
                  <a:pt x="2075" y="7326"/>
                </a:cubicBezTo>
                <a:cubicBezTo>
                  <a:pt x="1827" y="7326"/>
                  <a:pt x="1576" y="7371"/>
                  <a:pt x="1335" y="7462"/>
                </a:cubicBezTo>
                <a:cubicBezTo>
                  <a:pt x="528" y="7774"/>
                  <a:pt x="0" y="8549"/>
                  <a:pt x="7" y="9415"/>
                </a:cubicBezTo>
                <a:cubicBezTo>
                  <a:pt x="13" y="10281"/>
                  <a:pt x="554" y="11049"/>
                  <a:pt x="1368" y="11349"/>
                </a:cubicBezTo>
                <a:cubicBezTo>
                  <a:pt x="1599" y="11435"/>
                  <a:pt x="1840" y="11476"/>
                  <a:pt x="2078" y="11476"/>
                </a:cubicBezTo>
                <a:cubicBezTo>
                  <a:pt x="2670" y="11476"/>
                  <a:pt x="3249" y="11221"/>
                  <a:pt x="3653" y="10756"/>
                </a:cubicBezTo>
                <a:cubicBezTo>
                  <a:pt x="4193" y="10112"/>
                  <a:pt x="4987" y="9734"/>
                  <a:pt x="5827" y="9728"/>
                </a:cubicBezTo>
                <a:lnTo>
                  <a:pt x="6036" y="9728"/>
                </a:lnTo>
                <a:cubicBezTo>
                  <a:pt x="6706" y="9734"/>
                  <a:pt x="7338" y="10066"/>
                  <a:pt x="7722" y="10613"/>
                </a:cubicBezTo>
                <a:cubicBezTo>
                  <a:pt x="8129" y="11183"/>
                  <a:pt x="8764" y="11477"/>
                  <a:pt x="9404" y="11477"/>
                </a:cubicBezTo>
                <a:cubicBezTo>
                  <a:pt x="9920" y="11477"/>
                  <a:pt x="10440" y="11285"/>
                  <a:pt x="10847" y="10893"/>
                </a:cubicBezTo>
                <a:cubicBezTo>
                  <a:pt x="11758" y="10014"/>
                  <a:pt x="11674" y="8530"/>
                  <a:pt x="10671" y="7755"/>
                </a:cubicBezTo>
                <a:cubicBezTo>
                  <a:pt x="10079" y="7306"/>
                  <a:pt x="9734" y="6603"/>
                  <a:pt x="9734" y="5860"/>
                </a:cubicBezTo>
                <a:cubicBezTo>
                  <a:pt x="9727" y="5014"/>
                  <a:pt x="10098" y="4213"/>
                  <a:pt x="10743" y="3666"/>
                </a:cubicBezTo>
                <a:cubicBezTo>
                  <a:pt x="10840" y="3575"/>
                  <a:pt x="10932" y="3484"/>
                  <a:pt x="11016" y="3386"/>
                </a:cubicBezTo>
                <a:cubicBezTo>
                  <a:pt x="11539" y="2754"/>
                  <a:pt x="12317" y="2397"/>
                  <a:pt x="13130" y="2397"/>
                </a:cubicBezTo>
                <a:cubicBezTo>
                  <a:pt x="13137" y="2397"/>
                  <a:pt x="13144" y="2397"/>
                  <a:pt x="13152" y="2397"/>
                </a:cubicBezTo>
                <a:lnTo>
                  <a:pt x="13249" y="2397"/>
                </a:lnTo>
                <a:cubicBezTo>
                  <a:pt x="13966" y="2403"/>
                  <a:pt x="14643" y="2742"/>
                  <a:pt x="15072" y="3315"/>
                </a:cubicBezTo>
                <a:cubicBezTo>
                  <a:pt x="15490" y="3877"/>
                  <a:pt x="16112" y="4150"/>
                  <a:pt x="16731" y="4150"/>
                </a:cubicBezTo>
                <a:cubicBezTo>
                  <a:pt x="17453" y="4150"/>
                  <a:pt x="18170" y="3779"/>
                  <a:pt x="18556" y="3061"/>
                </a:cubicBezTo>
                <a:cubicBezTo>
                  <a:pt x="19278" y="1726"/>
                  <a:pt x="18373" y="99"/>
                  <a:pt x="1686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468;p41">
            <a:extLst>
              <a:ext uri="{FF2B5EF4-FFF2-40B4-BE49-F238E27FC236}">
                <a16:creationId xmlns:a16="http://schemas.microsoft.com/office/drawing/2014/main" id="{8D322286-71EB-5041-F692-8AD6DEE1A79F}"/>
              </a:ext>
            </a:extLst>
          </p:cNvPr>
          <p:cNvSpPr/>
          <p:nvPr/>
        </p:nvSpPr>
        <p:spPr>
          <a:xfrm>
            <a:off x="7250437" y="1473102"/>
            <a:ext cx="265065" cy="674899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469;p41">
            <a:extLst>
              <a:ext uri="{FF2B5EF4-FFF2-40B4-BE49-F238E27FC236}">
                <a16:creationId xmlns:a16="http://schemas.microsoft.com/office/drawing/2014/main" id="{F4B429E7-F4E1-3DDD-CAAD-F77931D30C7C}"/>
              </a:ext>
            </a:extLst>
          </p:cNvPr>
          <p:cNvSpPr/>
          <p:nvPr/>
        </p:nvSpPr>
        <p:spPr>
          <a:xfrm rot="5400000">
            <a:off x="6604695" y="1254767"/>
            <a:ext cx="265955" cy="677165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14" name="Google Shape;414;p37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1221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des matières</a:t>
            </a:r>
            <a:endParaRPr/>
          </a:p>
        </p:txBody>
      </p:sp>
      <p:sp>
        <p:nvSpPr>
          <p:cNvPr id="9" name="Google Shape;438;p40">
            <a:extLst>
              <a:ext uri="{FF2B5EF4-FFF2-40B4-BE49-F238E27FC236}">
                <a16:creationId xmlns:a16="http://schemas.microsoft.com/office/drawing/2014/main" id="{23AF3EAC-2663-1304-642C-20D37BA6194B}"/>
              </a:ext>
            </a:extLst>
          </p:cNvPr>
          <p:cNvSpPr txBox="1">
            <a:spLocks/>
          </p:cNvSpPr>
          <p:nvPr/>
        </p:nvSpPr>
        <p:spPr>
          <a:xfrm flipH="1">
            <a:off x="503565" y="944848"/>
            <a:ext cx="678796" cy="45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algn="ctr"/>
            <a:r>
              <a:rPr lang="en"/>
              <a:t>01</a:t>
            </a:r>
          </a:p>
        </p:txBody>
      </p:sp>
      <p:sp>
        <p:nvSpPr>
          <p:cNvPr id="17" name="Google Shape;447;p40">
            <a:extLst>
              <a:ext uri="{FF2B5EF4-FFF2-40B4-BE49-F238E27FC236}">
                <a16:creationId xmlns:a16="http://schemas.microsoft.com/office/drawing/2014/main" id="{4BAFF27C-05B8-5D36-7BC9-76506A6F391B}"/>
              </a:ext>
            </a:extLst>
          </p:cNvPr>
          <p:cNvSpPr txBox="1">
            <a:spLocks/>
          </p:cNvSpPr>
          <p:nvPr/>
        </p:nvSpPr>
        <p:spPr>
          <a:xfrm flipH="1">
            <a:off x="1197270" y="1021214"/>
            <a:ext cx="2306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BE" sz="2000">
                <a:latin typeface="Tenor Sans" panose="020B0604020202020204" charset="0"/>
              </a:rPr>
              <a:t>Introduction</a:t>
            </a:r>
          </a:p>
        </p:txBody>
      </p:sp>
      <p:sp>
        <p:nvSpPr>
          <p:cNvPr id="19" name="Google Shape;447;p40">
            <a:extLst>
              <a:ext uri="{FF2B5EF4-FFF2-40B4-BE49-F238E27FC236}">
                <a16:creationId xmlns:a16="http://schemas.microsoft.com/office/drawing/2014/main" id="{E678D350-0752-1FF3-EC2A-40C45E7D6014}"/>
              </a:ext>
            </a:extLst>
          </p:cNvPr>
          <p:cNvSpPr txBox="1">
            <a:spLocks/>
          </p:cNvSpPr>
          <p:nvPr/>
        </p:nvSpPr>
        <p:spPr>
          <a:xfrm flipH="1">
            <a:off x="1197270" y="2008270"/>
            <a:ext cx="2306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BE" sz="2000">
                <a:latin typeface="Tenor Sans" panose="020B0604020202020204" charset="0"/>
              </a:rPr>
              <a:t>Objectifs</a:t>
            </a:r>
          </a:p>
        </p:txBody>
      </p:sp>
      <p:sp>
        <p:nvSpPr>
          <p:cNvPr id="20" name="Google Shape;447;p40">
            <a:extLst>
              <a:ext uri="{FF2B5EF4-FFF2-40B4-BE49-F238E27FC236}">
                <a16:creationId xmlns:a16="http://schemas.microsoft.com/office/drawing/2014/main" id="{CBD671DE-710B-CA1F-824A-2EB21DF6B73A}"/>
              </a:ext>
            </a:extLst>
          </p:cNvPr>
          <p:cNvSpPr txBox="1">
            <a:spLocks/>
          </p:cNvSpPr>
          <p:nvPr/>
        </p:nvSpPr>
        <p:spPr>
          <a:xfrm flipH="1">
            <a:off x="1197272" y="2975795"/>
            <a:ext cx="2468337" cy="569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BE" sz="2000">
                <a:latin typeface="Tenor Sans" panose="020B0604020202020204" charset="0"/>
              </a:rPr>
              <a:t>Résultats et interprétation</a:t>
            </a:r>
          </a:p>
        </p:txBody>
      </p:sp>
      <p:sp>
        <p:nvSpPr>
          <p:cNvPr id="21" name="Google Shape;447;p40">
            <a:extLst>
              <a:ext uri="{FF2B5EF4-FFF2-40B4-BE49-F238E27FC236}">
                <a16:creationId xmlns:a16="http://schemas.microsoft.com/office/drawing/2014/main" id="{D6BDE691-41DF-C1E2-FD90-C8CAE2CD9361}"/>
              </a:ext>
            </a:extLst>
          </p:cNvPr>
          <p:cNvSpPr txBox="1">
            <a:spLocks/>
          </p:cNvSpPr>
          <p:nvPr/>
        </p:nvSpPr>
        <p:spPr>
          <a:xfrm flipH="1">
            <a:off x="1197272" y="3850869"/>
            <a:ext cx="2468337" cy="569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BE" sz="2000">
                <a:latin typeface="Tenor Sans" panose="020B0604020202020204" charset="0"/>
              </a:rPr>
              <a:t>Discussion et conclusion</a:t>
            </a:r>
          </a:p>
        </p:txBody>
      </p:sp>
      <p:sp>
        <p:nvSpPr>
          <p:cNvPr id="22" name="Google Shape;438;p40">
            <a:extLst>
              <a:ext uri="{FF2B5EF4-FFF2-40B4-BE49-F238E27FC236}">
                <a16:creationId xmlns:a16="http://schemas.microsoft.com/office/drawing/2014/main" id="{E0C1FDEB-AFA3-1171-8724-39F2DE74C5FF}"/>
              </a:ext>
            </a:extLst>
          </p:cNvPr>
          <p:cNvSpPr txBox="1">
            <a:spLocks/>
          </p:cNvSpPr>
          <p:nvPr/>
        </p:nvSpPr>
        <p:spPr>
          <a:xfrm flipH="1">
            <a:off x="518476" y="1458251"/>
            <a:ext cx="678796" cy="45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algn="ctr"/>
            <a:r>
              <a:rPr lang="en"/>
              <a:t>02</a:t>
            </a:r>
          </a:p>
        </p:txBody>
      </p:sp>
      <p:sp>
        <p:nvSpPr>
          <p:cNvPr id="23" name="Google Shape;438;p40">
            <a:extLst>
              <a:ext uri="{FF2B5EF4-FFF2-40B4-BE49-F238E27FC236}">
                <a16:creationId xmlns:a16="http://schemas.microsoft.com/office/drawing/2014/main" id="{8FA115AF-1B36-EFA0-50D0-E18A2AC0544A}"/>
              </a:ext>
            </a:extLst>
          </p:cNvPr>
          <p:cNvSpPr txBox="1">
            <a:spLocks/>
          </p:cNvSpPr>
          <p:nvPr/>
        </p:nvSpPr>
        <p:spPr>
          <a:xfrm flipH="1">
            <a:off x="518476" y="1915150"/>
            <a:ext cx="678796" cy="45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algn="ctr"/>
            <a:r>
              <a:rPr lang="en"/>
              <a:t>03</a:t>
            </a:r>
          </a:p>
        </p:txBody>
      </p:sp>
      <p:sp>
        <p:nvSpPr>
          <p:cNvPr id="24" name="Google Shape;438;p40">
            <a:extLst>
              <a:ext uri="{FF2B5EF4-FFF2-40B4-BE49-F238E27FC236}">
                <a16:creationId xmlns:a16="http://schemas.microsoft.com/office/drawing/2014/main" id="{CAC22E40-63D4-1FE2-C791-83E65C3E0E7F}"/>
              </a:ext>
            </a:extLst>
          </p:cNvPr>
          <p:cNvSpPr txBox="1">
            <a:spLocks/>
          </p:cNvSpPr>
          <p:nvPr/>
        </p:nvSpPr>
        <p:spPr>
          <a:xfrm flipH="1">
            <a:off x="518476" y="2402987"/>
            <a:ext cx="678796" cy="45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algn="ctr"/>
            <a:r>
              <a:rPr lang="en"/>
              <a:t>04</a:t>
            </a:r>
          </a:p>
        </p:txBody>
      </p:sp>
      <p:sp>
        <p:nvSpPr>
          <p:cNvPr id="25" name="Google Shape;438;p40">
            <a:extLst>
              <a:ext uri="{FF2B5EF4-FFF2-40B4-BE49-F238E27FC236}">
                <a16:creationId xmlns:a16="http://schemas.microsoft.com/office/drawing/2014/main" id="{5EC52809-5D07-1A47-4471-C83365F33FAE}"/>
              </a:ext>
            </a:extLst>
          </p:cNvPr>
          <p:cNvSpPr txBox="1">
            <a:spLocks/>
          </p:cNvSpPr>
          <p:nvPr/>
        </p:nvSpPr>
        <p:spPr>
          <a:xfrm flipH="1">
            <a:off x="518476" y="2947141"/>
            <a:ext cx="678796" cy="45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algn="ctr"/>
            <a:r>
              <a:rPr lang="en"/>
              <a:t>05</a:t>
            </a:r>
          </a:p>
        </p:txBody>
      </p:sp>
      <p:sp>
        <p:nvSpPr>
          <p:cNvPr id="26" name="Google Shape;447;p40">
            <a:extLst>
              <a:ext uri="{FF2B5EF4-FFF2-40B4-BE49-F238E27FC236}">
                <a16:creationId xmlns:a16="http://schemas.microsoft.com/office/drawing/2014/main" id="{46A3E717-FEBE-7C86-87A4-CE90DEBEDD04}"/>
              </a:ext>
            </a:extLst>
          </p:cNvPr>
          <p:cNvSpPr txBox="1">
            <a:spLocks/>
          </p:cNvSpPr>
          <p:nvPr/>
        </p:nvSpPr>
        <p:spPr>
          <a:xfrm flipH="1">
            <a:off x="1182361" y="2346672"/>
            <a:ext cx="2468337" cy="569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BE" sz="2000">
                <a:latin typeface="Tenor Sans" panose="020B0604020202020204" charset="0"/>
              </a:rPr>
              <a:t>Méthode de novo</a:t>
            </a:r>
          </a:p>
        </p:txBody>
      </p:sp>
      <p:sp>
        <p:nvSpPr>
          <p:cNvPr id="4" name="Google Shape;447;p40">
            <a:extLst>
              <a:ext uri="{FF2B5EF4-FFF2-40B4-BE49-F238E27FC236}">
                <a16:creationId xmlns:a16="http://schemas.microsoft.com/office/drawing/2014/main" id="{97377C1C-C65C-4E32-68BF-F27DC75FC8FD}"/>
              </a:ext>
            </a:extLst>
          </p:cNvPr>
          <p:cNvSpPr txBox="1">
            <a:spLocks/>
          </p:cNvSpPr>
          <p:nvPr/>
        </p:nvSpPr>
        <p:spPr>
          <a:xfrm flipH="1">
            <a:off x="1197270" y="1419876"/>
            <a:ext cx="4334849" cy="569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BE" sz="2000">
                <a:latin typeface="Tenor Sans" panose="020B0604020202020204" charset="0"/>
              </a:rPr>
              <a:t>Présentation des échantillons</a:t>
            </a:r>
          </a:p>
        </p:txBody>
      </p:sp>
      <p:sp>
        <p:nvSpPr>
          <p:cNvPr id="5" name="Google Shape;438;p40">
            <a:extLst>
              <a:ext uri="{FF2B5EF4-FFF2-40B4-BE49-F238E27FC236}">
                <a16:creationId xmlns:a16="http://schemas.microsoft.com/office/drawing/2014/main" id="{0C5C07ED-6DC7-0551-2BF9-6546B86FF4EB}"/>
              </a:ext>
            </a:extLst>
          </p:cNvPr>
          <p:cNvSpPr txBox="1">
            <a:spLocks/>
          </p:cNvSpPr>
          <p:nvPr/>
        </p:nvSpPr>
        <p:spPr>
          <a:xfrm flipH="1">
            <a:off x="518476" y="3850869"/>
            <a:ext cx="678796" cy="45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nor Sans"/>
              <a:buNone/>
              <a:defRPr sz="28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algn="ctr"/>
            <a:r>
              <a:rPr lang="en"/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>
            <a:spLocks noGrp="1"/>
          </p:cNvSpPr>
          <p:nvPr>
            <p:ph type="title"/>
          </p:nvPr>
        </p:nvSpPr>
        <p:spPr>
          <a:xfrm>
            <a:off x="1394053" y="1921391"/>
            <a:ext cx="5715874" cy="130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21" name="Google Shape;421;p38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3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020" name="Google Shape;1020;p63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46026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Echantillons</a:t>
            </a:r>
            <a:endParaRPr/>
          </a:p>
        </p:txBody>
      </p:sp>
      <p:sp>
        <p:nvSpPr>
          <p:cNvPr id="1022" name="Google Shape;1022;p63"/>
          <p:cNvSpPr txBox="1">
            <a:spLocks noGrp="1"/>
          </p:cNvSpPr>
          <p:nvPr>
            <p:ph type="subTitle" idx="2"/>
          </p:nvPr>
        </p:nvSpPr>
        <p:spPr>
          <a:xfrm>
            <a:off x="1708423" y="1379575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Compost</a:t>
            </a:r>
            <a:endParaRPr/>
          </a:p>
        </p:txBody>
      </p:sp>
      <p:sp>
        <p:nvSpPr>
          <p:cNvPr id="1024" name="Google Shape;1024;p63"/>
          <p:cNvSpPr txBox="1">
            <a:spLocks noGrp="1"/>
          </p:cNvSpPr>
          <p:nvPr>
            <p:ph type="subTitle" idx="4"/>
          </p:nvPr>
        </p:nvSpPr>
        <p:spPr>
          <a:xfrm>
            <a:off x="1708423" y="3109675"/>
            <a:ext cx="2702056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Eau (L’eau d’heure)</a:t>
            </a:r>
            <a:endParaRPr/>
          </a:p>
        </p:txBody>
      </p:sp>
      <p:sp>
        <p:nvSpPr>
          <p:cNvPr id="1026" name="Google Shape;1026;p63"/>
          <p:cNvSpPr txBox="1">
            <a:spLocks noGrp="1"/>
          </p:cNvSpPr>
          <p:nvPr>
            <p:ph type="subTitle" idx="6"/>
          </p:nvPr>
        </p:nvSpPr>
        <p:spPr>
          <a:xfrm>
            <a:off x="5645273" y="1379575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</a:t>
            </a:r>
            <a:endParaRPr/>
          </a:p>
        </p:txBody>
      </p:sp>
      <p:sp>
        <p:nvSpPr>
          <p:cNvPr id="1028" name="Google Shape;1028;p63"/>
          <p:cNvSpPr txBox="1">
            <a:spLocks noGrp="1"/>
          </p:cNvSpPr>
          <p:nvPr>
            <p:ph type="subTitle" idx="8"/>
          </p:nvPr>
        </p:nvSpPr>
        <p:spPr>
          <a:xfrm>
            <a:off x="5645273" y="3109675"/>
            <a:ext cx="2685028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/>
              <a:t>Jus de </a:t>
            </a:r>
            <a:r>
              <a:rPr lang="fr-BE" err="1"/>
              <a:t>patate</a:t>
            </a:r>
            <a:r>
              <a:rPr lang="fr-BE"/>
              <a:t> douce</a:t>
            </a:r>
          </a:p>
        </p:txBody>
      </p:sp>
      <p:pic>
        <p:nvPicPr>
          <p:cNvPr id="2" name="Image 1" descr="Une image contenant clipart, dessin humoristique, Graphique, dessin&#10;&#10;Description générée automatiquement">
            <a:extLst>
              <a:ext uri="{FF2B5EF4-FFF2-40B4-BE49-F238E27FC236}">
                <a16:creationId xmlns:a16="http://schemas.microsoft.com/office/drawing/2014/main" id="{7CACA900-D251-16F2-1902-CBBC1FFC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18" y="1230486"/>
            <a:ext cx="1147913" cy="714499"/>
          </a:xfrm>
          <a:prstGeom prst="rect">
            <a:avLst/>
          </a:prstGeom>
        </p:spPr>
      </p:pic>
      <p:pic>
        <p:nvPicPr>
          <p:cNvPr id="11" name="Image 10" descr="Une image contenant dessin humoristique, illustration, conception&#10;&#10;Description générée automatiquement avec une confiance moyenne">
            <a:extLst>
              <a:ext uri="{FF2B5EF4-FFF2-40B4-BE49-F238E27FC236}">
                <a16:creationId xmlns:a16="http://schemas.microsoft.com/office/drawing/2014/main" id="{6BF6F913-7C8A-0B6D-086F-92EFC9E45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22" y="2936386"/>
            <a:ext cx="1467809" cy="684977"/>
          </a:xfrm>
          <a:prstGeom prst="rect">
            <a:avLst/>
          </a:prstGeom>
        </p:spPr>
      </p:pic>
      <p:pic>
        <p:nvPicPr>
          <p:cNvPr id="13" name="Image 12" descr="Une image contenant créativité&#10;&#10;Description générée automatiquement avec une confiance faible">
            <a:extLst>
              <a:ext uri="{FF2B5EF4-FFF2-40B4-BE49-F238E27FC236}">
                <a16:creationId xmlns:a16="http://schemas.microsoft.com/office/drawing/2014/main" id="{818832AE-EB2E-BF32-3026-075610870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79" y="1094184"/>
            <a:ext cx="1147914" cy="862211"/>
          </a:xfrm>
          <a:prstGeom prst="rect">
            <a:avLst/>
          </a:prstGeom>
        </p:spPr>
      </p:pic>
      <p:pic>
        <p:nvPicPr>
          <p:cNvPr id="15" name="Image 14" descr="Une image contenant clipart, Silhouette d’animal, smiley, sourire&#10;&#10;Description générée automatiquement">
            <a:extLst>
              <a:ext uri="{FF2B5EF4-FFF2-40B4-BE49-F238E27FC236}">
                <a16:creationId xmlns:a16="http://schemas.microsoft.com/office/drawing/2014/main" id="{718336B0-E3F2-7B57-F79B-0ABB623AC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812" y="2625808"/>
            <a:ext cx="1185968" cy="130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9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59796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77" name="Google Shape;477;p42"/>
          <p:cNvSpPr txBox="1">
            <a:spLocks noGrp="1"/>
          </p:cNvSpPr>
          <p:nvPr>
            <p:ph type="subTitle" idx="2"/>
          </p:nvPr>
        </p:nvSpPr>
        <p:spPr>
          <a:xfrm>
            <a:off x="858185" y="2684013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Séquençage Illumina</a:t>
            </a:r>
          </a:p>
        </p:txBody>
      </p:sp>
      <p:sp>
        <p:nvSpPr>
          <p:cNvPr id="479" name="Google Shape;479;p42"/>
          <p:cNvSpPr txBox="1">
            <a:spLocks noGrp="1"/>
          </p:cNvSpPr>
          <p:nvPr>
            <p:ph type="subTitle" idx="4"/>
          </p:nvPr>
        </p:nvSpPr>
        <p:spPr>
          <a:xfrm>
            <a:off x="3531585" y="2684013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Analyse de novo</a:t>
            </a:r>
          </a:p>
        </p:txBody>
      </p:sp>
      <p:sp>
        <p:nvSpPr>
          <p:cNvPr id="481" name="Google Shape;481;p42"/>
          <p:cNvSpPr txBox="1">
            <a:spLocks noGrp="1"/>
          </p:cNvSpPr>
          <p:nvPr>
            <p:ph type="subTitle" idx="6"/>
          </p:nvPr>
        </p:nvSpPr>
        <p:spPr>
          <a:xfrm>
            <a:off x="6204985" y="2684013"/>
            <a:ext cx="2105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Pipeline d’Ath</a:t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1020285" y="1666323"/>
            <a:ext cx="709200" cy="709200"/>
          </a:xfrm>
          <a:prstGeom prst="donut">
            <a:avLst>
              <a:gd name="adj" fmla="val 123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2"/>
          <p:cNvSpPr/>
          <p:nvPr/>
        </p:nvSpPr>
        <p:spPr>
          <a:xfrm>
            <a:off x="3698073" y="1666323"/>
            <a:ext cx="709200" cy="709200"/>
          </a:xfrm>
          <a:prstGeom prst="donut">
            <a:avLst>
              <a:gd name="adj" fmla="val 123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2"/>
          <p:cNvSpPr/>
          <p:nvPr/>
        </p:nvSpPr>
        <p:spPr>
          <a:xfrm>
            <a:off x="6361260" y="1666323"/>
            <a:ext cx="709200" cy="709200"/>
          </a:xfrm>
          <a:prstGeom prst="donut">
            <a:avLst>
              <a:gd name="adj" fmla="val 123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 6" descr="Une image contenant cercle, capture d’écran, Police, logo&#10;&#10;Description générée automatiquement">
            <a:extLst>
              <a:ext uri="{FF2B5EF4-FFF2-40B4-BE49-F238E27FC236}">
                <a16:creationId xmlns:a16="http://schemas.microsoft.com/office/drawing/2014/main" id="{D2F530C7-B203-825D-9916-0A4EC451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97" y="1609535"/>
            <a:ext cx="822775" cy="822775"/>
          </a:xfrm>
          <a:prstGeom prst="rect">
            <a:avLst/>
          </a:prstGeom>
        </p:spPr>
      </p:pic>
      <p:pic>
        <p:nvPicPr>
          <p:cNvPr id="2052" name="Picture 4" descr="De Novo">
            <a:extLst>
              <a:ext uri="{FF2B5EF4-FFF2-40B4-BE49-F238E27FC236}">
                <a16:creationId xmlns:a16="http://schemas.microsoft.com/office/drawing/2014/main" id="{05114B22-EBDC-6A13-6FE2-A0DBEC0E41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0" b="37646"/>
          <a:stretch/>
        </p:blipFill>
        <p:spPr bwMode="auto">
          <a:xfrm>
            <a:off x="3616797" y="1939285"/>
            <a:ext cx="859973" cy="1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7007;p87">
            <a:extLst>
              <a:ext uri="{FF2B5EF4-FFF2-40B4-BE49-F238E27FC236}">
                <a16:creationId xmlns:a16="http://schemas.microsoft.com/office/drawing/2014/main" id="{98992166-5DAB-42AD-2C5C-05191691AB49}"/>
              </a:ext>
            </a:extLst>
          </p:cNvPr>
          <p:cNvSpPr/>
          <p:nvPr/>
        </p:nvSpPr>
        <p:spPr>
          <a:xfrm>
            <a:off x="6439101" y="1751767"/>
            <a:ext cx="553517" cy="538310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691" name="Google Shape;691;p52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5550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Illumina</a:t>
            </a:r>
            <a:endParaRPr/>
          </a:p>
        </p:txBody>
      </p:sp>
      <p:sp>
        <p:nvSpPr>
          <p:cNvPr id="692" name="Google Shape;692;p52"/>
          <p:cNvSpPr txBox="1"/>
          <p:nvPr/>
        </p:nvSpPr>
        <p:spPr>
          <a:xfrm>
            <a:off x="742050" y="3485252"/>
            <a:ext cx="1782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Extraction et purification d’ADN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94" name="Google Shape;694;p52"/>
          <p:cNvSpPr txBox="1"/>
          <p:nvPr/>
        </p:nvSpPr>
        <p:spPr>
          <a:xfrm>
            <a:off x="2634549" y="1390185"/>
            <a:ext cx="1782592" cy="6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Normalisation de la concentration en ADN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96" name="Google Shape;696;p52"/>
          <p:cNvSpPr txBox="1"/>
          <p:nvPr/>
        </p:nvSpPr>
        <p:spPr>
          <a:xfrm>
            <a:off x="4527050" y="3439250"/>
            <a:ext cx="1782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First stage PCR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98" name="Google Shape;698;p52"/>
          <p:cNvSpPr txBox="1"/>
          <p:nvPr/>
        </p:nvSpPr>
        <p:spPr>
          <a:xfrm>
            <a:off x="6419900" y="1472151"/>
            <a:ext cx="1782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Purification post-PCR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00" name="Google Shape;700;p52"/>
          <p:cNvSpPr/>
          <p:nvPr/>
        </p:nvSpPr>
        <p:spPr>
          <a:xfrm>
            <a:off x="12511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01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01" name="Google Shape;701;p52"/>
          <p:cNvSpPr/>
          <p:nvPr/>
        </p:nvSpPr>
        <p:spPr>
          <a:xfrm>
            <a:off x="31436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02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02" name="Google Shape;702;p52"/>
          <p:cNvSpPr/>
          <p:nvPr/>
        </p:nvSpPr>
        <p:spPr>
          <a:xfrm>
            <a:off x="50361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03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03" name="Google Shape;703;p52"/>
          <p:cNvSpPr/>
          <p:nvPr/>
        </p:nvSpPr>
        <p:spPr>
          <a:xfrm>
            <a:off x="69286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04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cxnSp>
        <p:nvCxnSpPr>
          <p:cNvPr id="704" name="Google Shape;704;p52"/>
          <p:cNvCxnSpPr>
            <a:stCxn id="700" idx="6"/>
            <a:endCxn id="701" idx="2"/>
          </p:cNvCxnSpPr>
          <p:nvPr/>
        </p:nvCxnSpPr>
        <p:spPr>
          <a:xfrm>
            <a:off x="2015550" y="2780300"/>
            <a:ext cx="11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5" name="Google Shape;705;p52"/>
          <p:cNvCxnSpPr>
            <a:stCxn id="701" idx="6"/>
            <a:endCxn id="702" idx="2"/>
          </p:cNvCxnSpPr>
          <p:nvPr/>
        </p:nvCxnSpPr>
        <p:spPr>
          <a:xfrm>
            <a:off x="3908050" y="2780300"/>
            <a:ext cx="11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" name="Google Shape;706;p52"/>
          <p:cNvCxnSpPr>
            <a:stCxn id="702" idx="6"/>
            <a:endCxn id="703" idx="2"/>
          </p:cNvCxnSpPr>
          <p:nvPr/>
        </p:nvCxnSpPr>
        <p:spPr>
          <a:xfrm>
            <a:off x="5800550" y="2780300"/>
            <a:ext cx="11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7" name="Google Shape;707;p52"/>
          <p:cNvCxnSpPr>
            <a:cxnSpLocks/>
            <a:stCxn id="700" idx="4"/>
          </p:cNvCxnSpPr>
          <p:nvPr/>
        </p:nvCxnSpPr>
        <p:spPr>
          <a:xfrm>
            <a:off x="1633350" y="3162650"/>
            <a:ext cx="0" cy="32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8" name="Google Shape;708;p52"/>
          <p:cNvCxnSpPr>
            <a:cxnSpLocks/>
            <a:stCxn id="701" idx="0"/>
          </p:cNvCxnSpPr>
          <p:nvPr/>
        </p:nvCxnSpPr>
        <p:spPr>
          <a:xfrm rot="10800000">
            <a:off x="3525850" y="2076350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9" name="Google Shape;709;p52"/>
          <p:cNvCxnSpPr>
            <a:cxnSpLocks/>
            <a:stCxn id="702" idx="4"/>
          </p:cNvCxnSpPr>
          <p:nvPr/>
        </p:nvCxnSpPr>
        <p:spPr>
          <a:xfrm>
            <a:off x="5418350" y="3162650"/>
            <a:ext cx="0" cy="32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0" name="Google Shape;710;p52"/>
          <p:cNvCxnSpPr>
            <a:cxnSpLocks/>
            <a:stCxn id="703" idx="0"/>
          </p:cNvCxnSpPr>
          <p:nvPr/>
        </p:nvCxnSpPr>
        <p:spPr>
          <a:xfrm rot="10800000">
            <a:off x="7310850" y="2076350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52"/>
          <p:cNvCxnSpPr>
            <a:stCxn id="703" idx="6"/>
          </p:cNvCxnSpPr>
          <p:nvPr/>
        </p:nvCxnSpPr>
        <p:spPr>
          <a:xfrm>
            <a:off x="7693050" y="2780300"/>
            <a:ext cx="148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90231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3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17" name="Google Shape;717;p53"/>
          <p:cNvSpPr txBox="1"/>
          <p:nvPr/>
        </p:nvSpPr>
        <p:spPr>
          <a:xfrm>
            <a:off x="742050" y="3465545"/>
            <a:ext cx="1782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en" baseline="30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nd</a:t>
            </a: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Stage PCR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19" name="Google Shape;719;p53"/>
          <p:cNvSpPr txBox="1"/>
          <p:nvPr/>
        </p:nvSpPr>
        <p:spPr>
          <a:xfrm>
            <a:off x="2634549" y="1597210"/>
            <a:ext cx="1782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Purification post-PCR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1" name="Google Shape;721;p53"/>
          <p:cNvSpPr txBox="1"/>
          <p:nvPr/>
        </p:nvSpPr>
        <p:spPr>
          <a:xfrm>
            <a:off x="4588250" y="3428216"/>
            <a:ext cx="1782588" cy="73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Quantification et normalisation des librairies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6439610" y="1588250"/>
            <a:ext cx="1782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Dénaturation et séquençage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5" name="Google Shape;725;p53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5550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Illumina</a:t>
            </a:r>
            <a:endParaRPr/>
          </a:p>
        </p:txBody>
      </p:sp>
      <p:sp>
        <p:nvSpPr>
          <p:cNvPr id="726" name="Google Shape;726;p53"/>
          <p:cNvSpPr/>
          <p:nvPr/>
        </p:nvSpPr>
        <p:spPr>
          <a:xfrm>
            <a:off x="12511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05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27" name="Google Shape;727;p53"/>
          <p:cNvSpPr/>
          <p:nvPr/>
        </p:nvSpPr>
        <p:spPr>
          <a:xfrm>
            <a:off x="31436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06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28" name="Google Shape;728;p53"/>
          <p:cNvSpPr/>
          <p:nvPr/>
        </p:nvSpPr>
        <p:spPr>
          <a:xfrm>
            <a:off x="50361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07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29" name="Google Shape;729;p53"/>
          <p:cNvSpPr/>
          <p:nvPr/>
        </p:nvSpPr>
        <p:spPr>
          <a:xfrm>
            <a:off x="6928650" y="2397950"/>
            <a:ext cx="764400" cy="764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rPr>
              <a:t>08</a:t>
            </a:r>
            <a:endParaRPr sz="2000">
              <a:solidFill>
                <a:schemeClr val="dk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cxnSp>
        <p:nvCxnSpPr>
          <p:cNvPr id="730" name="Google Shape;730;p53"/>
          <p:cNvCxnSpPr>
            <a:stCxn id="726" idx="6"/>
            <a:endCxn id="727" idx="2"/>
          </p:cNvCxnSpPr>
          <p:nvPr/>
        </p:nvCxnSpPr>
        <p:spPr>
          <a:xfrm>
            <a:off x="2015550" y="2780300"/>
            <a:ext cx="11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731;p53"/>
          <p:cNvCxnSpPr>
            <a:stCxn id="727" idx="6"/>
            <a:endCxn id="728" idx="2"/>
          </p:cNvCxnSpPr>
          <p:nvPr/>
        </p:nvCxnSpPr>
        <p:spPr>
          <a:xfrm>
            <a:off x="3908050" y="2780300"/>
            <a:ext cx="11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732;p53"/>
          <p:cNvCxnSpPr>
            <a:stCxn id="728" idx="6"/>
            <a:endCxn id="729" idx="2"/>
          </p:cNvCxnSpPr>
          <p:nvPr/>
        </p:nvCxnSpPr>
        <p:spPr>
          <a:xfrm>
            <a:off x="5800550" y="2780300"/>
            <a:ext cx="11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53"/>
          <p:cNvCxnSpPr>
            <a:cxnSpLocks/>
            <a:stCxn id="726" idx="4"/>
          </p:cNvCxnSpPr>
          <p:nvPr/>
        </p:nvCxnSpPr>
        <p:spPr>
          <a:xfrm>
            <a:off x="1633350" y="3162650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53"/>
          <p:cNvCxnSpPr>
            <a:cxnSpLocks/>
            <a:stCxn id="727" idx="0"/>
          </p:cNvCxnSpPr>
          <p:nvPr/>
        </p:nvCxnSpPr>
        <p:spPr>
          <a:xfrm rot="10800000">
            <a:off x="3525850" y="2076350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53"/>
          <p:cNvCxnSpPr>
            <a:cxnSpLocks/>
            <a:stCxn id="728" idx="4"/>
          </p:cNvCxnSpPr>
          <p:nvPr/>
        </p:nvCxnSpPr>
        <p:spPr>
          <a:xfrm>
            <a:off x="5418350" y="3162650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36;p53"/>
          <p:cNvCxnSpPr>
            <a:cxnSpLocks/>
            <a:stCxn id="729" idx="0"/>
          </p:cNvCxnSpPr>
          <p:nvPr/>
        </p:nvCxnSpPr>
        <p:spPr>
          <a:xfrm rot="10800000">
            <a:off x="7310850" y="2076350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37;p53"/>
          <p:cNvCxnSpPr>
            <a:stCxn id="726" idx="2"/>
          </p:cNvCxnSpPr>
          <p:nvPr/>
        </p:nvCxnSpPr>
        <p:spPr>
          <a:xfrm rot="10800000">
            <a:off x="150" y="2780300"/>
            <a:ext cx="125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34979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59796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Méthode réalisée de novo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77" name="Google Shape;477;p42"/>
          <p:cNvSpPr txBox="1">
            <a:spLocks noGrp="1"/>
          </p:cNvSpPr>
          <p:nvPr>
            <p:ph type="subTitle" idx="2"/>
          </p:nvPr>
        </p:nvSpPr>
        <p:spPr>
          <a:xfrm>
            <a:off x="-630078" y="967799"/>
            <a:ext cx="641127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Analyse qualité et </a:t>
            </a:r>
            <a:r>
              <a:rPr lang="fr-FR" err="1"/>
              <a:t>Trimming</a:t>
            </a:r>
            <a:endParaRPr lang="fr-FR"/>
          </a:p>
        </p:txBody>
      </p:sp>
      <p:pic>
        <p:nvPicPr>
          <p:cNvPr id="28" name="Picture 1689725325">
            <a:extLst>
              <a:ext uri="{FF2B5EF4-FFF2-40B4-BE49-F238E27FC236}">
                <a16:creationId xmlns:a16="http://schemas.microsoft.com/office/drawing/2014/main" id="{038106B3-FA99-489F-072B-AEE943C110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6" t="9409" b="3501"/>
          <a:stretch/>
        </p:blipFill>
        <p:spPr>
          <a:xfrm>
            <a:off x="45007" y="2038353"/>
            <a:ext cx="4035908" cy="2267747"/>
          </a:xfrm>
          <a:prstGeom prst="rect">
            <a:avLst/>
          </a:prstGeom>
        </p:spPr>
      </p:pic>
      <p:pic>
        <p:nvPicPr>
          <p:cNvPr id="29" name="Picture 1446831677">
            <a:extLst>
              <a:ext uri="{FF2B5EF4-FFF2-40B4-BE49-F238E27FC236}">
                <a16:creationId xmlns:a16="http://schemas.microsoft.com/office/drawing/2014/main" id="{FA3BE4C7-275E-045F-B9FD-A46320CE9D1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7" t="9130" b="3752"/>
          <a:stretch/>
        </p:blipFill>
        <p:spPr>
          <a:xfrm>
            <a:off x="5093617" y="2038354"/>
            <a:ext cx="4005376" cy="2267746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157B4E8-2A6B-38BD-92EB-968DE9BF3DB4}"/>
              </a:ext>
            </a:extLst>
          </p:cNvPr>
          <p:cNvCxnSpPr/>
          <p:nvPr/>
        </p:nvCxnSpPr>
        <p:spPr>
          <a:xfrm flipH="1">
            <a:off x="389219" y="1966473"/>
            <a:ext cx="15657" cy="255217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1E23FA-5CFE-8772-02CB-7E9254917F01}"/>
              </a:ext>
            </a:extLst>
          </p:cNvPr>
          <p:cNvSpPr txBox="1"/>
          <p:nvPr/>
        </p:nvSpPr>
        <p:spPr>
          <a:xfrm>
            <a:off x="2963750" y="4847720"/>
            <a:ext cx="223433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Tenor Sans"/>
              </a:rPr>
              <a:t>Traces d’adapteurs</a:t>
            </a:r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08A55C-5DF8-9CD0-D49D-5E7C9A665DA5}"/>
              </a:ext>
            </a:extLst>
          </p:cNvPr>
          <p:cNvCxnSpPr>
            <a:cxnSpLocks/>
          </p:cNvCxnSpPr>
          <p:nvPr/>
        </p:nvCxnSpPr>
        <p:spPr>
          <a:xfrm flipH="1" flipV="1">
            <a:off x="4981575" y="3076959"/>
            <a:ext cx="4091190" cy="9926"/>
          </a:xfrm>
          <a:prstGeom prst="straightConnector1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CAFA91-75D9-03E1-6C22-D5DFA2DF4B67}"/>
              </a:ext>
            </a:extLst>
          </p:cNvPr>
          <p:cNvCxnSpPr>
            <a:cxnSpLocks/>
          </p:cNvCxnSpPr>
          <p:nvPr/>
        </p:nvCxnSpPr>
        <p:spPr>
          <a:xfrm flipH="1" flipV="1">
            <a:off x="404876" y="4518650"/>
            <a:ext cx="2436966" cy="444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0373611-5B4F-2706-FC15-0B0D5E24C83C}"/>
              </a:ext>
            </a:extLst>
          </p:cNvPr>
          <p:cNvCxnSpPr/>
          <p:nvPr/>
        </p:nvCxnSpPr>
        <p:spPr>
          <a:xfrm>
            <a:off x="4467225" y="1966473"/>
            <a:ext cx="514350" cy="111048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2">
            <a:extLst>
              <a:ext uri="{FF2B5EF4-FFF2-40B4-BE49-F238E27FC236}">
                <a16:creationId xmlns:a16="http://schemas.microsoft.com/office/drawing/2014/main" id="{2C5D7F67-A25F-8A1A-AA7A-4EB1F191DB84}"/>
              </a:ext>
            </a:extLst>
          </p:cNvPr>
          <p:cNvSpPr txBox="1"/>
          <p:nvPr/>
        </p:nvSpPr>
        <p:spPr>
          <a:xfrm>
            <a:off x="3317921" y="1654786"/>
            <a:ext cx="223433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Tenor Sans"/>
              </a:rPr>
              <a:t>Qualité &lt; 20</a:t>
            </a:r>
            <a:endParaRPr lang="en-US"/>
          </a:p>
        </p:txBody>
      </p:sp>
      <p:sp>
        <p:nvSpPr>
          <p:cNvPr id="40" name="TextBox 2">
            <a:extLst>
              <a:ext uri="{FF2B5EF4-FFF2-40B4-BE49-F238E27FC236}">
                <a16:creationId xmlns:a16="http://schemas.microsoft.com/office/drawing/2014/main" id="{8F9C03A6-D387-8188-5048-E82DFF52CD89}"/>
              </a:ext>
            </a:extLst>
          </p:cNvPr>
          <p:cNvSpPr txBox="1"/>
          <p:nvPr/>
        </p:nvSpPr>
        <p:spPr>
          <a:xfrm>
            <a:off x="1724676" y="4281570"/>
            <a:ext cx="223433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050" err="1">
                <a:latin typeface="Tenor Sans"/>
              </a:rPr>
              <a:t>Forward</a:t>
            </a:r>
            <a:endParaRPr lang="en-US" sz="1050"/>
          </a:p>
        </p:txBody>
      </p:sp>
      <p:sp>
        <p:nvSpPr>
          <p:cNvPr id="41" name="TextBox 2">
            <a:extLst>
              <a:ext uri="{FF2B5EF4-FFF2-40B4-BE49-F238E27FC236}">
                <a16:creationId xmlns:a16="http://schemas.microsoft.com/office/drawing/2014/main" id="{AD9515D7-781D-3905-717E-0834E38295D3}"/>
              </a:ext>
            </a:extLst>
          </p:cNvPr>
          <p:cNvSpPr txBox="1"/>
          <p:nvPr/>
        </p:nvSpPr>
        <p:spPr>
          <a:xfrm>
            <a:off x="7027170" y="4304030"/>
            <a:ext cx="223433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050">
                <a:latin typeface="Tenor Sans"/>
              </a:rPr>
              <a:t>Reverse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92966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6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801" name="Google Shape;801;p56"/>
          <p:cNvSpPr txBox="1">
            <a:spLocks noGrp="1"/>
          </p:cNvSpPr>
          <p:nvPr>
            <p:ph type="title"/>
          </p:nvPr>
        </p:nvSpPr>
        <p:spPr>
          <a:xfrm>
            <a:off x="742050" y="526625"/>
            <a:ext cx="65550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err="1"/>
              <a:t>Méthode</a:t>
            </a:r>
            <a:r>
              <a:rPr lang="en"/>
              <a:t> </a:t>
            </a:r>
            <a:r>
              <a:rPr lang="fr-BE"/>
              <a:t>réalisée</a:t>
            </a:r>
            <a:r>
              <a:rPr lang="en"/>
              <a:t> de novo</a:t>
            </a:r>
          </a:p>
        </p:txBody>
      </p:sp>
      <p:sp>
        <p:nvSpPr>
          <p:cNvPr id="841" name="Google Shape;841;p56"/>
          <p:cNvSpPr/>
          <p:nvPr/>
        </p:nvSpPr>
        <p:spPr>
          <a:xfrm rot="16200000">
            <a:off x="943184" y="3681812"/>
            <a:ext cx="265065" cy="674899"/>
          </a:xfrm>
          <a:custGeom>
            <a:avLst/>
            <a:gdLst/>
            <a:ahLst/>
            <a:cxnLst/>
            <a:rect l="l" t="t" r="r" b="b"/>
            <a:pathLst>
              <a:path w="4506" h="11473" extrusionOk="0">
                <a:moveTo>
                  <a:pt x="2255" y="1"/>
                </a:moveTo>
                <a:cubicBezTo>
                  <a:pt x="2250" y="1"/>
                  <a:pt x="2245" y="1"/>
                  <a:pt x="2240" y="1"/>
                </a:cubicBezTo>
                <a:cubicBezTo>
                  <a:pt x="1354" y="7"/>
                  <a:pt x="573" y="574"/>
                  <a:pt x="287" y="1407"/>
                </a:cubicBezTo>
                <a:cubicBezTo>
                  <a:pt x="0" y="2247"/>
                  <a:pt x="280" y="3171"/>
                  <a:pt x="977" y="3712"/>
                </a:cubicBezTo>
                <a:cubicBezTo>
                  <a:pt x="1569" y="4161"/>
                  <a:pt x="1921" y="4858"/>
                  <a:pt x="1927" y="5600"/>
                </a:cubicBezTo>
                <a:lnTo>
                  <a:pt x="1927" y="5658"/>
                </a:lnTo>
                <a:cubicBezTo>
                  <a:pt x="1927" y="6485"/>
                  <a:pt x="1563" y="7266"/>
                  <a:pt x="931" y="7800"/>
                </a:cubicBezTo>
                <a:cubicBezTo>
                  <a:pt x="261" y="8354"/>
                  <a:pt x="7" y="9272"/>
                  <a:pt x="293" y="10092"/>
                </a:cubicBezTo>
                <a:cubicBezTo>
                  <a:pt x="586" y="10912"/>
                  <a:pt x="1361" y="11466"/>
                  <a:pt x="2233" y="11472"/>
                </a:cubicBezTo>
                <a:cubicBezTo>
                  <a:pt x="2244" y="11472"/>
                  <a:pt x="2254" y="11473"/>
                  <a:pt x="2264" y="11473"/>
                </a:cubicBezTo>
                <a:cubicBezTo>
                  <a:pt x="3124" y="11473"/>
                  <a:pt x="3891" y="10935"/>
                  <a:pt x="4193" y="10131"/>
                </a:cubicBezTo>
                <a:cubicBezTo>
                  <a:pt x="4499" y="9317"/>
                  <a:pt x="4265" y="8393"/>
                  <a:pt x="3607" y="7826"/>
                </a:cubicBezTo>
                <a:cubicBezTo>
                  <a:pt x="2963" y="7286"/>
                  <a:pt x="2585" y="6498"/>
                  <a:pt x="2578" y="5658"/>
                </a:cubicBezTo>
                <a:cubicBezTo>
                  <a:pt x="2585" y="4890"/>
                  <a:pt x="2943" y="4167"/>
                  <a:pt x="3548" y="3699"/>
                </a:cubicBezTo>
                <a:cubicBezTo>
                  <a:pt x="4239" y="3145"/>
                  <a:pt x="4506" y="2214"/>
                  <a:pt x="4206" y="1381"/>
                </a:cubicBezTo>
                <a:cubicBezTo>
                  <a:pt x="3915" y="552"/>
                  <a:pt x="3128" y="1"/>
                  <a:pt x="22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B199C-A95C-1B6B-90BB-BFBD4897A08D}"/>
              </a:ext>
            </a:extLst>
          </p:cNvPr>
          <p:cNvSpPr txBox="1"/>
          <p:nvPr/>
        </p:nvSpPr>
        <p:spPr>
          <a:xfrm>
            <a:off x="738267" y="128783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>
                <a:latin typeface="Tenor Sans"/>
              </a:rPr>
              <a:t>Kraken2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D82B29-6D34-6501-7822-F80C0F512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290723"/>
              </p:ext>
            </p:extLst>
          </p:nvPr>
        </p:nvGraphicFramePr>
        <p:xfrm>
          <a:off x="884337" y="1967150"/>
          <a:ext cx="7109196" cy="1554480"/>
        </p:xfrm>
        <a:graphic>
          <a:graphicData uri="http://schemas.openxmlformats.org/drawingml/2006/table">
            <a:tbl>
              <a:tblPr firstRow="1" bandRow="1">
                <a:tableStyleId>{A4C6F146-2C10-4ADF-B92E-0CCAFC673485}</a:tableStyleId>
              </a:tblPr>
              <a:tblGrid>
                <a:gridCol w="1777299">
                  <a:extLst>
                    <a:ext uri="{9D8B030D-6E8A-4147-A177-3AD203B41FA5}">
                      <a16:colId xmlns:a16="http://schemas.microsoft.com/office/drawing/2014/main" val="1831491769"/>
                    </a:ext>
                  </a:extLst>
                </a:gridCol>
                <a:gridCol w="1777299">
                  <a:extLst>
                    <a:ext uri="{9D8B030D-6E8A-4147-A177-3AD203B41FA5}">
                      <a16:colId xmlns:a16="http://schemas.microsoft.com/office/drawing/2014/main" val="3110912720"/>
                    </a:ext>
                  </a:extLst>
                </a:gridCol>
                <a:gridCol w="1777299">
                  <a:extLst>
                    <a:ext uri="{9D8B030D-6E8A-4147-A177-3AD203B41FA5}">
                      <a16:colId xmlns:a16="http://schemas.microsoft.com/office/drawing/2014/main" val="1665557203"/>
                    </a:ext>
                  </a:extLst>
                </a:gridCol>
                <a:gridCol w="1777299">
                  <a:extLst>
                    <a:ext uri="{9D8B030D-6E8A-4147-A177-3AD203B41FA5}">
                      <a16:colId xmlns:a16="http://schemas.microsoft.com/office/drawing/2014/main" val="68782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dk1"/>
                          </a:solidFill>
                          <a:latin typeface="Arial"/>
                        </a:rPr>
                        <a:t>16S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26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BDD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Silva 138 16S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Silva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Fungi genome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  <a:endParaRPr lang="en-US" sz="1800" b="0" i="0" u="none" strike="noStrike" noProof="0">
                        <a:solidFill>
                          <a:srgbClr val="2E2E2E"/>
                        </a:solidFill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- Refseq</a:t>
                      </a:r>
                      <a:endParaRPr lang="en-US" sz="1800" b="0" i="0" u="none" strike="noStrike" noProof="0">
                        <a:solidFill>
                          <a:srgbClr val="2E2E2E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294468"/>
                  </a:ext>
                </a:extLst>
              </a:tr>
            </a:tbl>
          </a:graphicData>
        </a:graphic>
      </p:graphicFrame>
      <p:sp>
        <p:nvSpPr>
          <p:cNvPr id="3" name="TextBox 9">
            <a:extLst>
              <a:ext uri="{FF2B5EF4-FFF2-40B4-BE49-F238E27FC236}">
                <a16:creationId xmlns:a16="http://schemas.microsoft.com/office/drawing/2014/main" id="{274A506A-E9CF-AE70-F82D-915B9F5EE5E6}"/>
              </a:ext>
            </a:extLst>
          </p:cNvPr>
          <p:cNvSpPr txBox="1"/>
          <p:nvPr/>
        </p:nvSpPr>
        <p:spPr>
          <a:xfrm>
            <a:off x="837677" y="947281"/>
            <a:ext cx="25521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err="1">
                <a:latin typeface="Tenor Sans"/>
                <a:cs typeface="Calibri"/>
              </a:rPr>
              <a:t>Taxonomie</a:t>
            </a:r>
            <a:r>
              <a:rPr lang="en-US" sz="1800">
                <a:latin typeface="Tenor Sans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1067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9F3116-14C8-F08C-CDC2-CD411A473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lang="e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4DB1C2D-4CA9-3CC0-656B-6D813F66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err="1"/>
              <a:t>Méthode</a:t>
            </a:r>
            <a:r>
              <a:rPr lang="en"/>
              <a:t> </a:t>
            </a:r>
            <a:r>
              <a:rPr lang="en" err="1"/>
              <a:t>réalisée</a:t>
            </a:r>
            <a:r>
              <a:rPr lang="en"/>
              <a:t> de novo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88162-3193-7B63-F199-C9D141154EBF}"/>
              </a:ext>
            </a:extLst>
          </p:cNvPr>
          <p:cNvSpPr txBox="1"/>
          <p:nvPr/>
        </p:nvSpPr>
        <p:spPr>
          <a:xfrm>
            <a:off x="837677" y="947281"/>
            <a:ext cx="25521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err="1">
                <a:latin typeface="Tenor Sans"/>
                <a:cs typeface="Calibri"/>
              </a:rPr>
              <a:t>Taxonomie</a:t>
            </a:r>
            <a:r>
              <a:rPr lang="en-US" sz="1800">
                <a:latin typeface="Tenor Sans"/>
              </a:rPr>
              <a:t>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EE370-C006-EE1B-FBFE-9A76D43213A2}"/>
              </a:ext>
            </a:extLst>
          </p:cNvPr>
          <p:cNvSpPr txBox="1"/>
          <p:nvPr/>
        </p:nvSpPr>
        <p:spPr>
          <a:xfrm>
            <a:off x="914400" y="154461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>
                <a:latin typeface="Tenor Sans"/>
              </a:rPr>
              <a:t>Krona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F4CB2C-54E7-2228-DB06-4D5E48E115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44" r="25866" b="238"/>
          <a:stretch/>
        </p:blipFill>
        <p:spPr>
          <a:xfrm>
            <a:off x="968951" y="1315234"/>
            <a:ext cx="3230596" cy="3264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58B27F-C6AC-630F-379A-78AB17A1F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216" y="1910219"/>
            <a:ext cx="4076527" cy="2442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E70520-E6AA-B57E-5066-6DF138695781}"/>
              </a:ext>
            </a:extLst>
          </p:cNvPr>
          <p:cNvSpPr txBox="1"/>
          <p:nvPr/>
        </p:nvSpPr>
        <p:spPr>
          <a:xfrm>
            <a:off x="4703523" y="154461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err="1">
                <a:latin typeface="Tenor Sans"/>
              </a:rPr>
              <a:t>Pavian</a:t>
            </a:r>
            <a:endParaRPr lang="en-US" u="sng"/>
          </a:p>
        </p:txBody>
      </p:sp>
    </p:spTree>
    <p:extLst>
      <p:ext uri="{BB962C8B-B14F-4D97-AF65-F5344CB8AC3E}">
        <p14:creationId xmlns:p14="http://schemas.microsoft.com/office/powerpoint/2010/main" val="323471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Compost 16S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44B12E2-0E1A-F86E-6C31-F4A97449F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672" y="1409688"/>
            <a:ext cx="2805108" cy="257613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40A2B24-A359-9DA0-BF0F-C0229BB29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84" y="1409604"/>
            <a:ext cx="2805108" cy="257621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3A372EA-4A9C-48E3-4747-396F58F18265}"/>
              </a:ext>
            </a:extLst>
          </p:cNvPr>
          <p:cNvSpPr txBox="1"/>
          <p:nvPr/>
        </p:nvSpPr>
        <p:spPr>
          <a:xfrm>
            <a:off x="860584" y="4143399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A50B77-E27A-7223-D858-2EFF4F6A5646}"/>
              </a:ext>
            </a:extLst>
          </p:cNvPr>
          <p:cNvSpPr txBox="1"/>
          <p:nvPr/>
        </p:nvSpPr>
        <p:spPr>
          <a:xfrm>
            <a:off x="5396867" y="4143400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09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Compost 18S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DE0CF11-20AE-13A5-E834-4ABE474D8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01" y="1475271"/>
            <a:ext cx="2344100" cy="266139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D95C867-7562-B808-DE19-BC74963A77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7" r="7228"/>
          <a:stretch/>
        </p:blipFill>
        <p:spPr bwMode="auto">
          <a:xfrm>
            <a:off x="5143393" y="1475271"/>
            <a:ext cx="2621387" cy="26613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1F56839-7971-8334-7DCA-FFB23CCC3513}"/>
              </a:ext>
            </a:extLst>
          </p:cNvPr>
          <p:cNvSpPr txBox="1"/>
          <p:nvPr/>
        </p:nvSpPr>
        <p:spPr>
          <a:xfrm>
            <a:off x="630081" y="4136661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8D22E2-E9C5-2090-4943-AF28479D0F2C}"/>
              </a:ext>
            </a:extLst>
          </p:cNvPr>
          <p:cNvSpPr txBox="1"/>
          <p:nvPr/>
        </p:nvSpPr>
        <p:spPr>
          <a:xfrm>
            <a:off x="5488727" y="414339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061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Compost ITS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523655-169C-359C-562C-7C43C8AA5B19}"/>
              </a:ext>
            </a:extLst>
          </p:cNvPr>
          <p:cNvSpPr txBox="1"/>
          <p:nvPr/>
        </p:nvSpPr>
        <p:spPr>
          <a:xfrm>
            <a:off x="742000" y="1786256"/>
            <a:ext cx="4560544" cy="12003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>
                <a:latin typeface="Tenor Sans" panose="020B0604020202020204" charset="0"/>
              </a:rPr>
              <a:t>Résultats faibles…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600">
              <a:latin typeface="Tenor Sans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>
                <a:latin typeface="Tenor Sans" panose="020B0604020202020204" charset="0"/>
              </a:rPr>
              <a:t>148 phylums trouvées avec le pipeline d’Ath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>
                <a:latin typeface="Tenor Sans" panose="020B0604020202020204" charset="0"/>
              </a:rPr>
              <a:t>128 phylums trouvées avec Kraken2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71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Eau 16S</a:t>
            </a:r>
          </a:p>
        </p:txBody>
      </p:sp>
      <p:pic>
        <p:nvPicPr>
          <p:cNvPr id="2" name="Image 1" descr="Une image contenant texte, capture d’écran, Caractère coloré, affichage&#10;&#10;Description générée automatiquement">
            <a:extLst>
              <a:ext uri="{FF2B5EF4-FFF2-40B4-BE49-F238E27FC236}">
                <a16:creationId xmlns:a16="http://schemas.microsoft.com/office/drawing/2014/main" id="{3CCFAB2D-FC6C-FB38-50C2-E8332DF8A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934" y="1280733"/>
            <a:ext cx="3105886" cy="3139667"/>
          </a:xfrm>
          <a:prstGeom prst="rect">
            <a:avLst/>
          </a:prstGeom>
        </p:spPr>
      </p:pic>
      <p:pic>
        <p:nvPicPr>
          <p:cNvPr id="3" name="Image 2" descr="Une image contenant capture d’écran, texte, affichage, logiciel&#10;&#10;Description générée automatiquement">
            <a:extLst>
              <a:ext uri="{FF2B5EF4-FFF2-40B4-BE49-F238E27FC236}">
                <a16:creationId xmlns:a16="http://schemas.microsoft.com/office/drawing/2014/main" id="{E2E56ED4-B148-2DF1-2200-EB188E376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3" y="1268019"/>
            <a:ext cx="2804318" cy="317993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AA71F05-EF6F-69E7-5F49-850BD6D40843}"/>
              </a:ext>
            </a:extLst>
          </p:cNvPr>
          <p:cNvSpPr txBox="1"/>
          <p:nvPr/>
        </p:nvSpPr>
        <p:spPr>
          <a:xfrm>
            <a:off x="1297779" y="4525344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E00C7E-6BDF-B59B-E125-75A069EB07A7}"/>
              </a:ext>
            </a:extLst>
          </p:cNvPr>
          <p:cNvSpPr txBox="1"/>
          <p:nvPr/>
        </p:nvSpPr>
        <p:spPr>
          <a:xfrm>
            <a:off x="5278284" y="4525344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4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Eau 18S</a:t>
            </a:r>
          </a:p>
        </p:txBody>
      </p:sp>
      <p:pic>
        <p:nvPicPr>
          <p:cNvPr id="2" name="Image 1" descr="Une image contenant texte, capture d’écran, Caractère coloré, Parallèle&#10;&#10;Description générée automatiquement">
            <a:extLst>
              <a:ext uri="{FF2B5EF4-FFF2-40B4-BE49-F238E27FC236}">
                <a16:creationId xmlns:a16="http://schemas.microsoft.com/office/drawing/2014/main" id="{892F91A0-A85C-5266-224A-BEFAE6D35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994" y="1321740"/>
            <a:ext cx="2325759" cy="3098660"/>
          </a:xfrm>
          <a:prstGeom prst="rect">
            <a:avLst/>
          </a:prstGeom>
        </p:spPr>
      </p:pic>
      <p:pic>
        <p:nvPicPr>
          <p:cNvPr id="3" name="Image 2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874AF4A0-E7E3-7C95-181D-7D6DF10FC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248" y="1252025"/>
            <a:ext cx="2228151" cy="31683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4785D33-B339-8EBB-B4CD-CF564E20B48C}"/>
              </a:ext>
            </a:extLst>
          </p:cNvPr>
          <p:cNvSpPr txBox="1"/>
          <p:nvPr/>
        </p:nvSpPr>
        <p:spPr>
          <a:xfrm>
            <a:off x="1535999" y="4478375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925D593-B167-07FF-F668-73CB41C00ACC}"/>
              </a:ext>
            </a:extLst>
          </p:cNvPr>
          <p:cNvSpPr txBox="1"/>
          <p:nvPr/>
        </p:nvSpPr>
        <p:spPr>
          <a:xfrm>
            <a:off x="5460681" y="450934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845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Eau ITS</a:t>
            </a:r>
          </a:p>
        </p:txBody>
      </p:sp>
      <p:pic>
        <p:nvPicPr>
          <p:cNvPr id="2" name="Image 1" descr="Une image contenant texte, capture d’écran, Caractère coloré, ligne&#10;&#10;Description générée automatiquement">
            <a:extLst>
              <a:ext uri="{FF2B5EF4-FFF2-40B4-BE49-F238E27FC236}">
                <a16:creationId xmlns:a16="http://schemas.microsoft.com/office/drawing/2014/main" id="{F68085EA-DCF1-77ED-D7D3-2FBEFD355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00" y="1257624"/>
            <a:ext cx="2400015" cy="316277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7022D2F-0913-5B48-149E-FD01C5E92EBA}"/>
              </a:ext>
            </a:extLst>
          </p:cNvPr>
          <p:cNvSpPr txBox="1"/>
          <p:nvPr/>
        </p:nvSpPr>
        <p:spPr>
          <a:xfrm>
            <a:off x="3792076" y="1925419"/>
            <a:ext cx="3819956" cy="6463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fr-FR">
                <a:latin typeface="Tenor Sans" panose="020B0604020202020204" charset="0"/>
              </a:rPr>
              <a:t>L’analyse avec notre pipeline ne révèle que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>
                <a:latin typeface="Tenor Sans" panose="020B0604020202020204" charset="0"/>
              </a:rPr>
              <a:t>Des </a:t>
            </a:r>
            <a:r>
              <a:rPr lang="fr-FR" err="1">
                <a:latin typeface="Tenor Sans" panose="020B0604020202020204" charset="0"/>
              </a:rPr>
              <a:t>Ascomycota</a:t>
            </a:r>
            <a:endParaRPr lang="fr-FR">
              <a:latin typeface="Tenor Sans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>
                <a:latin typeface="Tenor Sans" panose="020B0604020202020204" charset="0"/>
              </a:rPr>
              <a:t>Des </a:t>
            </a:r>
            <a:r>
              <a:rPr lang="fr-FR" err="1">
                <a:latin typeface="Tenor Sans" panose="020B0604020202020204" charset="0"/>
              </a:rPr>
              <a:t>Basidiomycota</a:t>
            </a:r>
            <a:endParaRPr lang="fr-FR">
              <a:latin typeface="Tenor Sans" panose="020B060402020202020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4A54DF3-8123-6697-8EDE-B245BD2D18B4}"/>
              </a:ext>
            </a:extLst>
          </p:cNvPr>
          <p:cNvSpPr txBox="1"/>
          <p:nvPr/>
        </p:nvSpPr>
        <p:spPr>
          <a:xfrm>
            <a:off x="742000" y="4532019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692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Sol 16S</a:t>
            </a:r>
          </a:p>
        </p:txBody>
      </p:sp>
      <p:pic>
        <p:nvPicPr>
          <p:cNvPr id="2" name="Image 1" descr="Une image contenant capture d’écran, texte, Caractère coloré, affichage&#10;&#10;Description générée automatiquement">
            <a:extLst>
              <a:ext uri="{FF2B5EF4-FFF2-40B4-BE49-F238E27FC236}">
                <a16:creationId xmlns:a16="http://schemas.microsoft.com/office/drawing/2014/main" id="{AC342A24-7569-C4A8-7891-9D4D16098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1" y="1252456"/>
            <a:ext cx="2246314" cy="3072525"/>
          </a:xfrm>
          <a:prstGeom prst="rect">
            <a:avLst/>
          </a:prstGeom>
        </p:spPr>
      </p:pic>
      <p:pic>
        <p:nvPicPr>
          <p:cNvPr id="3" name="Image 2" descr="Une image contenant capture d’écran, texte, Caractère coloré, Parallèle&#10;&#10;Description générée automatiquement">
            <a:extLst>
              <a:ext uri="{FF2B5EF4-FFF2-40B4-BE49-F238E27FC236}">
                <a16:creationId xmlns:a16="http://schemas.microsoft.com/office/drawing/2014/main" id="{FD01BA7E-CDD3-5830-C600-6B2087CF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727" y="1241694"/>
            <a:ext cx="2246312" cy="319013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5C20DF4-EC8B-2BD4-016E-FE5F7538BFF5}"/>
              </a:ext>
            </a:extLst>
          </p:cNvPr>
          <p:cNvSpPr txBox="1"/>
          <p:nvPr/>
        </p:nvSpPr>
        <p:spPr>
          <a:xfrm>
            <a:off x="1535999" y="4478375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2DB536-50E9-4C7D-84CE-FA8259ABAEEA}"/>
              </a:ext>
            </a:extLst>
          </p:cNvPr>
          <p:cNvSpPr txBox="1"/>
          <p:nvPr/>
        </p:nvSpPr>
        <p:spPr>
          <a:xfrm>
            <a:off x="5460681" y="450934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914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Sol 18S</a:t>
            </a:r>
          </a:p>
        </p:txBody>
      </p:sp>
      <p:pic>
        <p:nvPicPr>
          <p:cNvPr id="2" name="Image 1" descr="Une image contenant capture d’écran, texte, affichage, logiciel&#10;&#10;Description générée automatiquement">
            <a:extLst>
              <a:ext uri="{FF2B5EF4-FFF2-40B4-BE49-F238E27FC236}">
                <a16:creationId xmlns:a16="http://schemas.microsoft.com/office/drawing/2014/main" id="{8605986B-85F8-6AD4-F778-C1B03F93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" y="1262463"/>
            <a:ext cx="2419351" cy="3157938"/>
          </a:xfrm>
          <a:prstGeom prst="rect">
            <a:avLst/>
          </a:prstGeom>
        </p:spPr>
      </p:pic>
      <p:pic>
        <p:nvPicPr>
          <p:cNvPr id="3" name="Image 2" descr="Une image contenant capture d’écran, texte, Caractère coloré, affichage&#10;&#10;Description générée automatiquement">
            <a:extLst>
              <a:ext uri="{FF2B5EF4-FFF2-40B4-BE49-F238E27FC236}">
                <a16:creationId xmlns:a16="http://schemas.microsoft.com/office/drawing/2014/main" id="{2258EE41-9EA3-48D7-E17D-4B5813248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872" y="1300625"/>
            <a:ext cx="2223249" cy="31197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2D5A9F3-B47B-CE9E-DDA6-27697B387B4D}"/>
              </a:ext>
            </a:extLst>
          </p:cNvPr>
          <p:cNvSpPr txBox="1"/>
          <p:nvPr/>
        </p:nvSpPr>
        <p:spPr>
          <a:xfrm>
            <a:off x="1478280" y="4478375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B8B10A-D6C9-F107-4931-2EC7B9B32236}"/>
              </a:ext>
            </a:extLst>
          </p:cNvPr>
          <p:cNvSpPr txBox="1"/>
          <p:nvPr/>
        </p:nvSpPr>
        <p:spPr>
          <a:xfrm>
            <a:off x="5402962" y="450934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047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Sol ITS</a:t>
            </a:r>
          </a:p>
        </p:txBody>
      </p:sp>
      <p:pic>
        <p:nvPicPr>
          <p:cNvPr id="2" name="Image 1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CB6DE979-27B0-712A-6C0D-A4AA478D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87" y="1337304"/>
            <a:ext cx="2285365" cy="308309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D962F99-510E-C9E3-BE8F-F5B9FBA349EF}"/>
              </a:ext>
            </a:extLst>
          </p:cNvPr>
          <p:cNvSpPr txBox="1"/>
          <p:nvPr/>
        </p:nvSpPr>
        <p:spPr>
          <a:xfrm>
            <a:off x="3510136" y="1856839"/>
            <a:ext cx="381995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fr-FR">
                <a:latin typeface="Tenor Sans" panose="020B0604020202020204" charset="0"/>
              </a:rPr>
              <a:t>L’analyse avec notre pipeline ne révèle que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>
                <a:latin typeface="Tenor Sans" panose="020B0604020202020204" charset="0"/>
              </a:rPr>
              <a:t>Des </a:t>
            </a:r>
            <a:r>
              <a:rPr lang="fr-FR" err="1">
                <a:latin typeface="Tenor Sans" panose="020B0604020202020204" charset="0"/>
              </a:rPr>
              <a:t>Ascomycota</a:t>
            </a:r>
            <a:endParaRPr lang="fr-FR">
              <a:latin typeface="Tenor Sans" panose="020B060402020202020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4DB025A-1BC4-9A4C-E12A-E9A958E9D266}"/>
              </a:ext>
            </a:extLst>
          </p:cNvPr>
          <p:cNvSpPr txBox="1"/>
          <p:nvPr/>
        </p:nvSpPr>
        <p:spPr>
          <a:xfrm>
            <a:off x="742000" y="4505679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645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Jus de Patate 16S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1B5A5-6F73-3D36-3E45-8369A7FE1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39" y="1692188"/>
            <a:ext cx="3019034" cy="2823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9E351C-992E-1EF1-40A7-33693B907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1" y="1682336"/>
            <a:ext cx="3021904" cy="28278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12A9B65-73D1-C933-2FBA-886455D27294}"/>
              </a:ext>
            </a:extLst>
          </p:cNvPr>
          <p:cNvSpPr txBox="1"/>
          <p:nvPr/>
        </p:nvSpPr>
        <p:spPr>
          <a:xfrm>
            <a:off x="1478280" y="4478375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9" name="ZoneTexte 4">
            <a:extLst>
              <a:ext uri="{FF2B5EF4-FFF2-40B4-BE49-F238E27FC236}">
                <a16:creationId xmlns:a16="http://schemas.microsoft.com/office/drawing/2014/main" id="{13F2AD20-22D5-AF4A-6B95-C766A5DDC2F7}"/>
              </a:ext>
            </a:extLst>
          </p:cNvPr>
          <p:cNvSpPr txBox="1"/>
          <p:nvPr/>
        </p:nvSpPr>
        <p:spPr>
          <a:xfrm>
            <a:off x="5402962" y="450934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06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Jus de Patate 18S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A8B91-652E-D40E-EEB2-E7593F44E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796" y="1649131"/>
            <a:ext cx="3027516" cy="2831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CA8A11-1A0B-92ED-8079-665B759DB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866" y="1684882"/>
            <a:ext cx="3253504" cy="2822792"/>
          </a:xfrm>
          <a:prstGeom prst="rect">
            <a:avLst/>
          </a:prstGeom>
        </p:spPr>
      </p:pic>
      <p:sp>
        <p:nvSpPr>
          <p:cNvPr id="3" name="ZoneTexte 3">
            <a:extLst>
              <a:ext uri="{FF2B5EF4-FFF2-40B4-BE49-F238E27FC236}">
                <a16:creationId xmlns:a16="http://schemas.microsoft.com/office/drawing/2014/main" id="{89B23255-7D3D-2273-17F1-A56A117C2CF9}"/>
              </a:ext>
            </a:extLst>
          </p:cNvPr>
          <p:cNvSpPr txBox="1"/>
          <p:nvPr/>
        </p:nvSpPr>
        <p:spPr>
          <a:xfrm>
            <a:off x="1478280" y="4478375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6" name="ZoneTexte 4">
            <a:extLst>
              <a:ext uri="{FF2B5EF4-FFF2-40B4-BE49-F238E27FC236}">
                <a16:creationId xmlns:a16="http://schemas.microsoft.com/office/drawing/2014/main" id="{397E6329-CB98-F578-AD22-87B8F7D75BE7}"/>
              </a:ext>
            </a:extLst>
          </p:cNvPr>
          <p:cNvSpPr txBox="1"/>
          <p:nvPr/>
        </p:nvSpPr>
        <p:spPr>
          <a:xfrm>
            <a:off x="5402962" y="450934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594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702278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Analyse Jus de Patate 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5F42F-3677-7EA6-CD9F-A63D05FF8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210" y="1678033"/>
            <a:ext cx="3022818" cy="28208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9C41E8-FDC9-61C2-CB4E-FE84EAA2F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384" y="1681096"/>
            <a:ext cx="3016684" cy="2830360"/>
          </a:xfrm>
          <a:prstGeom prst="rect">
            <a:avLst/>
          </a:prstGeom>
        </p:spPr>
      </p:pic>
      <p:sp>
        <p:nvSpPr>
          <p:cNvPr id="3" name="ZoneTexte 3">
            <a:extLst>
              <a:ext uri="{FF2B5EF4-FFF2-40B4-BE49-F238E27FC236}">
                <a16:creationId xmlns:a16="http://schemas.microsoft.com/office/drawing/2014/main" id="{FEE3C384-C1B8-5C14-1C42-811762B3F4F9}"/>
              </a:ext>
            </a:extLst>
          </p:cNvPr>
          <p:cNvSpPr txBox="1"/>
          <p:nvPr/>
        </p:nvSpPr>
        <p:spPr>
          <a:xfrm>
            <a:off x="1478280" y="4478375"/>
            <a:ext cx="256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le pipeline d’Ath </a:t>
            </a:r>
            <a:endParaRPr lang="fr-FR" sz="1200">
              <a:latin typeface="Tenor Sans" panose="020B0604020202020204" charset="0"/>
            </a:endParaRPr>
          </a:p>
        </p:txBody>
      </p:sp>
      <p:sp>
        <p:nvSpPr>
          <p:cNvPr id="9" name="ZoneTexte 4">
            <a:extLst>
              <a:ext uri="{FF2B5EF4-FFF2-40B4-BE49-F238E27FC236}">
                <a16:creationId xmlns:a16="http://schemas.microsoft.com/office/drawing/2014/main" id="{4EB32A74-B7E5-8E83-7A5C-361EADD4297C}"/>
              </a:ext>
            </a:extLst>
          </p:cNvPr>
          <p:cNvSpPr txBox="1"/>
          <p:nvPr/>
        </p:nvSpPr>
        <p:spPr>
          <a:xfrm>
            <a:off x="5402962" y="4509349"/>
            <a:ext cx="1930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Résultats avec Kraken2 </a:t>
            </a:r>
            <a:endParaRPr lang="fr-FR" sz="1200">
              <a:latin typeface="Tenor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845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 txBox="1">
            <a:spLocks noGrp="1"/>
          </p:cNvSpPr>
          <p:nvPr>
            <p:ph type="title"/>
          </p:nvPr>
        </p:nvSpPr>
        <p:spPr>
          <a:xfrm>
            <a:off x="742000" y="526625"/>
            <a:ext cx="59796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</a:t>
            </a:r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003000" y="4420400"/>
            <a:ext cx="399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12" name="Google Shape;477;p42">
            <a:extLst>
              <a:ext uri="{FF2B5EF4-FFF2-40B4-BE49-F238E27FC236}">
                <a16:creationId xmlns:a16="http://schemas.microsoft.com/office/drawing/2014/main" id="{DA767B38-2538-665E-F2B9-A17356B70EEC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Indice de diversité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BAD19AC-4774-8368-F5DD-5DF015AF6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0" y="1876820"/>
            <a:ext cx="2963270" cy="17592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1EB4615-AA00-4AF7-261A-04FF7B73C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965" y="1886741"/>
            <a:ext cx="2963270" cy="174932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99D85E5-2EEB-B9D8-CE23-4ED4A5C85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320" y="1886741"/>
            <a:ext cx="2975720" cy="174932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173FA0C-779D-B228-F1DD-E14202015BEF}"/>
                  </a:ext>
                </a:extLst>
              </p:cNvPr>
              <p:cNvSpPr txBox="1"/>
              <p:nvPr/>
            </p:nvSpPr>
            <p:spPr>
              <a:xfrm>
                <a:off x="2149600" y="3758401"/>
                <a:ext cx="4572000" cy="614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fr-BE" i="0">
                          <a:latin typeface="Cambria Math" panose="02040503050406030204" pitchFamily="18" charset="0"/>
                        </a:rPr>
                        <m:t>= 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fr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BE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fr-B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BE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unc>
                                <m:funcPr>
                                  <m:ctrlPr>
                                    <a:rPr lang="fr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BE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fr-BE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BE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BE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fr-B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fr-BE"/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0173FA0C-779D-B228-F1DD-E14202015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600" y="3758401"/>
                <a:ext cx="4572000" cy="614079"/>
              </a:xfrm>
              <a:prstGeom prst="rect">
                <a:avLst/>
              </a:prstGeom>
              <a:blipFill>
                <a:blip r:embed="rId6"/>
                <a:stretch>
                  <a:fillRect t="-117000" b="-16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766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C0E8569-CAEF-3B7B-5A2F-9D3C6FC90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86C9F6-75C2-B64A-0494-95C6BD183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000" y="2571750"/>
            <a:ext cx="2105700" cy="709200"/>
          </a:xfrm>
        </p:spPr>
        <p:txBody>
          <a:bodyPr/>
          <a:lstStyle/>
          <a:p>
            <a:pPr marL="139700" indent="0" algn="ctr"/>
            <a:r>
              <a:rPr lang="fr-FR" i="1" err="1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Artrobacter</a:t>
            </a:r>
            <a:endParaRPr lang="fr-FR" i="1">
              <a:effectLst/>
              <a:latin typeface="Tenor Sans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i="1"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Dégradation d’éléments biochimique et polluant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i="1"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Promotion de la croissance</a:t>
            </a:r>
          </a:p>
          <a:p>
            <a:pPr>
              <a:buFont typeface="Arial" panose="020B0604020202020204" pitchFamily="34" charset="0"/>
              <a:buChar char="•"/>
            </a:pPr>
            <a:endParaRPr lang="fr-FR" i="1">
              <a:effectLst/>
              <a:latin typeface="Tenor Sans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>
              <a:latin typeface="Tenor Sans" panose="020B0604020202020204" charset="0"/>
            </a:endParaRP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527DF775-274F-9621-CECB-AEA33B0D7A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42010" y="1639025"/>
            <a:ext cx="2105700" cy="338400"/>
          </a:xfrm>
        </p:spPr>
        <p:txBody>
          <a:bodyPr/>
          <a:lstStyle/>
          <a:p>
            <a:r>
              <a:rPr lang="fr-FR"/>
              <a:t>16S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1643F85-0AF9-AA4C-4186-EEF5B05E95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415400" y="2037762"/>
            <a:ext cx="2105700" cy="709200"/>
          </a:xfrm>
        </p:spPr>
        <p:txBody>
          <a:bodyPr/>
          <a:lstStyle/>
          <a:p>
            <a:pPr algn="ctr"/>
            <a:r>
              <a:rPr lang="fr-FR" i="1" err="1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Pelodera</a:t>
            </a:r>
            <a:r>
              <a:rPr lang="fr-FR" sz="1600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Saprophytes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Transformation des déchets organiques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sz="1200">
              <a:latin typeface="Tenor Sans" panose="020B0604020202020204" charset="0"/>
            </a:endParaRP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1E55C10-DA16-9FF9-2F85-1770F0F12A8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15410" y="1639025"/>
            <a:ext cx="2105700" cy="338400"/>
          </a:xfrm>
        </p:spPr>
        <p:txBody>
          <a:bodyPr/>
          <a:lstStyle/>
          <a:p>
            <a:r>
              <a:rPr lang="fr-FR"/>
              <a:t>18S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1FEECBA-A04D-E19E-188A-E72C22B6710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088800" y="2037762"/>
            <a:ext cx="2105700" cy="709200"/>
          </a:xfrm>
        </p:spPr>
        <p:txBody>
          <a:bodyPr/>
          <a:lstStyle/>
          <a:p>
            <a:r>
              <a:rPr lang="fr-FR"/>
              <a:t>Résultats bas et peu concluants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5DF76572-523A-F2FB-326B-1E38FB24FE2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088810" y="1639025"/>
            <a:ext cx="2105700" cy="338400"/>
          </a:xfrm>
        </p:spPr>
        <p:txBody>
          <a:bodyPr/>
          <a:lstStyle/>
          <a:p>
            <a:r>
              <a:rPr lang="fr-FR"/>
              <a:t>ITS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742EBA28-A21B-8E0F-A173-1AB186B4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Interprétation</a:t>
            </a:r>
          </a:p>
        </p:txBody>
      </p:sp>
      <p:sp>
        <p:nvSpPr>
          <p:cNvPr id="10" name="Google Shape;477;p42">
            <a:extLst>
              <a:ext uri="{FF2B5EF4-FFF2-40B4-BE49-F238E27FC236}">
                <a16:creationId xmlns:a16="http://schemas.microsoft.com/office/drawing/2014/main" id="{D1A81F2E-A903-BAC0-9B66-A76D4EA6C7EF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Compost</a:t>
            </a:r>
          </a:p>
        </p:txBody>
      </p:sp>
    </p:spTree>
    <p:extLst>
      <p:ext uri="{BB962C8B-B14F-4D97-AF65-F5344CB8AC3E}">
        <p14:creationId xmlns:p14="http://schemas.microsoft.com/office/powerpoint/2010/main" val="1519804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C0E8569-CAEF-3B7B-5A2F-9D3C6FC90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86C9F6-75C2-B64A-0494-95C6BD183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000" y="2037762"/>
            <a:ext cx="2105700" cy="709200"/>
          </a:xfrm>
        </p:spPr>
        <p:txBody>
          <a:bodyPr/>
          <a:lstStyle/>
          <a:p>
            <a:r>
              <a:rPr lang="fr-FR" sz="1200" i="1" err="1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Pleurocapsales</a:t>
            </a:r>
            <a:endParaRPr lang="fr-FR" sz="1200" i="1">
              <a:effectLst/>
              <a:latin typeface="Tenor Sans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Cyanobactérie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Astrobiologie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Calcaire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>
              <a:latin typeface="Tenor Sans" panose="020B0604020202020204" charset="0"/>
            </a:endParaRP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527DF775-274F-9621-CECB-AEA33B0D7A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42010" y="1639025"/>
            <a:ext cx="2105700" cy="338400"/>
          </a:xfrm>
        </p:spPr>
        <p:txBody>
          <a:bodyPr/>
          <a:lstStyle/>
          <a:p>
            <a:r>
              <a:rPr lang="fr-FR"/>
              <a:t>16S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1643F85-0AF9-AA4C-4186-EEF5B05E95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415400" y="2114585"/>
            <a:ext cx="2105700" cy="709200"/>
          </a:xfrm>
        </p:spPr>
        <p:txBody>
          <a:bodyPr/>
          <a:lstStyle/>
          <a:p>
            <a:r>
              <a:rPr lang="fr-FR" sz="1200" i="1" err="1">
                <a:effectLst/>
                <a:latin typeface="Tenor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Stephanodiscaceae</a:t>
            </a:r>
            <a:endParaRPr lang="fr-FR" sz="1200" i="1">
              <a:effectLst/>
              <a:latin typeface="Tenor Sans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Microalgue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Conditions environnementales passées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1E55C10-DA16-9FF9-2F85-1770F0F12A8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15410" y="1639025"/>
            <a:ext cx="2105700" cy="338400"/>
          </a:xfrm>
        </p:spPr>
        <p:txBody>
          <a:bodyPr/>
          <a:lstStyle/>
          <a:p>
            <a:r>
              <a:rPr lang="fr-FR"/>
              <a:t>18S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1FEECBA-A04D-E19E-188A-E72C22B6710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096800" y="1927958"/>
            <a:ext cx="2105700" cy="709200"/>
          </a:xfrm>
        </p:spPr>
        <p:txBody>
          <a:bodyPr/>
          <a:lstStyle/>
          <a:p>
            <a:r>
              <a:rPr lang="fr-FR" sz="1200" i="1" err="1">
                <a:latin typeface="Tenor Sans" panose="020B0604020202020204" charset="0"/>
              </a:rPr>
              <a:t>Plagiomnium</a:t>
            </a:r>
            <a:endParaRPr lang="fr-FR" sz="1200" i="1">
              <a:latin typeface="Tenor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i="1">
                <a:latin typeface="Tenor Sans" panose="020B0604020202020204" charset="0"/>
              </a:rPr>
              <a:t>Recherche dans la biodiversité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i="1">
                <a:latin typeface="Tenor Sans" panose="020B0604020202020204" charset="0"/>
              </a:rPr>
              <a:t>Mousse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5DF76572-523A-F2FB-326B-1E38FB24FE2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088810" y="1639025"/>
            <a:ext cx="2105700" cy="338400"/>
          </a:xfrm>
        </p:spPr>
        <p:txBody>
          <a:bodyPr/>
          <a:lstStyle/>
          <a:p>
            <a:r>
              <a:rPr lang="fr-FR"/>
              <a:t>ITS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742EBA28-A21B-8E0F-A173-1AB186B4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Interprétation</a:t>
            </a:r>
          </a:p>
        </p:txBody>
      </p:sp>
      <p:sp>
        <p:nvSpPr>
          <p:cNvPr id="10" name="Google Shape;477;p42">
            <a:extLst>
              <a:ext uri="{FF2B5EF4-FFF2-40B4-BE49-F238E27FC236}">
                <a16:creationId xmlns:a16="http://schemas.microsoft.com/office/drawing/2014/main" id="{D1A81F2E-A903-BAC0-9B66-A76D4EA6C7EF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Eau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F2DD675-BCF3-FD13-F74B-23F322C8C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293" y="1303846"/>
            <a:ext cx="3602179" cy="30395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327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C0E8569-CAEF-3B7B-5A2F-9D3C6FC90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26</a:t>
            </a:fld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86C9F6-75C2-B64A-0494-95C6BD183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000" y="2187693"/>
            <a:ext cx="2229800" cy="709200"/>
          </a:xfrm>
        </p:spPr>
        <p:txBody>
          <a:bodyPr/>
          <a:lstStyle/>
          <a:p>
            <a:r>
              <a:rPr lang="fr-FR" sz="1200" i="1">
                <a:latin typeface="Tenor Sans" panose="020B0604020202020204" charset="0"/>
              </a:rPr>
              <a:t>Streptomyces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Bactérie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Production naturelle d'antibiotiques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Décomposition de la matière organique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527DF775-274F-9621-CECB-AEA33B0D7A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42010" y="1639025"/>
            <a:ext cx="2105700" cy="338400"/>
          </a:xfrm>
        </p:spPr>
        <p:txBody>
          <a:bodyPr/>
          <a:lstStyle/>
          <a:p>
            <a:r>
              <a:rPr lang="fr-FR"/>
              <a:t>16S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1643F85-0AF9-AA4C-4186-EEF5B05E95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415410" y="1833093"/>
            <a:ext cx="2105700" cy="709200"/>
          </a:xfrm>
        </p:spPr>
        <p:txBody>
          <a:bodyPr/>
          <a:lstStyle/>
          <a:p>
            <a:r>
              <a:rPr lang="fr-FR" sz="1200" i="1">
                <a:latin typeface="Tenor Sans" panose="020B0604020202020204" charset="0"/>
              </a:rPr>
              <a:t>Spondias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Arbres fruitiers  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1E55C10-DA16-9FF9-2F85-1770F0F12A8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15410" y="1639025"/>
            <a:ext cx="2105700" cy="338400"/>
          </a:xfrm>
        </p:spPr>
        <p:txBody>
          <a:bodyPr/>
          <a:lstStyle/>
          <a:p>
            <a:r>
              <a:rPr lang="fr-FR"/>
              <a:t>18S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1FEECBA-A04D-E19E-188A-E72C22B6710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088800" y="2037762"/>
            <a:ext cx="2105700" cy="1033098"/>
          </a:xfrm>
        </p:spPr>
        <p:txBody>
          <a:bodyPr/>
          <a:lstStyle/>
          <a:p>
            <a:r>
              <a:rPr lang="fr-FR" sz="1200" i="1" err="1">
                <a:latin typeface="Tenor Sans" panose="020B0604020202020204" charset="0"/>
              </a:rPr>
              <a:t>Cephalotrichum</a:t>
            </a:r>
            <a:endParaRPr lang="fr-FR" sz="1200" i="1">
              <a:latin typeface="Tenor San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>
                <a:latin typeface="Tenor Sans" panose="020B0604020202020204" charset="0"/>
              </a:rPr>
              <a:t>affecter la qualité des sols et des récoltes par leur compétition pour les ressources 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5DF76572-523A-F2FB-326B-1E38FB24FE2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088810" y="1639025"/>
            <a:ext cx="2105700" cy="338400"/>
          </a:xfrm>
        </p:spPr>
        <p:txBody>
          <a:bodyPr/>
          <a:lstStyle/>
          <a:p>
            <a:r>
              <a:rPr lang="fr-FR"/>
              <a:t>ITS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742EBA28-A21B-8E0F-A173-1AB186B4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Interprétation</a:t>
            </a:r>
          </a:p>
        </p:txBody>
      </p:sp>
      <p:sp>
        <p:nvSpPr>
          <p:cNvPr id="10" name="Google Shape;477;p42">
            <a:extLst>
              <a:ext uri="{FF2B5EF4-FFF2-40B4-BE49-F238E27FC236}">
                <a16:creationId xmlns:a16="http://schemas.microsoft.com/office/drawing/2014/main" id="{D1A81F2E-A903-BAC0-9B66-A76D4EA6C7EF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Sol</a:t>
            </a:r>
          </a:p>
        </p:txBody>
      </p:sp>
    </p:spTree>
    <p:extLst>
      <p:ext uri="{BB962C8B-B14F-4D97-AF65-F5344CB8AC3E}">
        <p14:creationId xmlns:p14="http://schemas.microsoft.com/office/powerpoint/2010/main" val="1788013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C0E8569-CAEF-3B7B-5A2F-9D3C6FC90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86C9F6-75C2-B64A-0494-95C6BD183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000" y="1811497"/>
            <a:ext cx="2229800" cy="1953973"/>
          </a:xfrm>
        </p:spPr>
        <p:txBody>
          <a:bodyPr/>
          <a:lstStyle/>
          <a:p>
            <a:r>
              <a:rPr lang="fr-BE" sz="1200" i="1" err="1"/>
              <a:t>Pseudomonadota</a:t>
            </a:r>
            <a:r>
              <a:rPr lang="fr-BE" sz="1200"/>
              <a:t> et </a:t>
            </a:r>
            <a:endParaRPr lang="en-US" sz="1200"/>
          </a:p>
          <a:p>
            <a:r>
              <a:rPr lang="fr-BE" sz="1200" i="1" err="1"/>
              <a:t>Actinomycetota</a:t>
            </a:r>
            <a:endParaRPr lang="en-US" sz="1200" err="1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200">
                <a:cs typeface="Arial"/>
              </a:rPr>
              <a:t>Non-</a:t>
            </a:r>
            <a:r>
              <a:rPr lang="en-US" sz="1200" err="1">
                <a:cs typeface="Arial"/>
              </a:rPr>
              <a:t>pathogène</a:t>
            </a:r>
            <a:endParaRPr lang="en-US" sz="1200"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 i="1" err="1">
                <a:cs typeface="Arial"/>
              </a:rPr>
              <a:t>Pseudomonadota</a:t>
            </a:r>
            <a:r>
              <a:rPr lang="fr-BE" sz="1200">
                <a:cs typeface="Arial"/>
              </a:rPr>
              <a:t> </a:t>
            </a:r>
            <a:r>
              <a:rPr lang="fr-BE" sz="1200"/>
              <a:t>= protéobactérie</a:t>
            </a:r>
            <a:endParaRPr lang="en-US" sz="1200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/>
              <a:t>Décompose organisme</a:t>
            </a:r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endParaRPr lang="fr-FR" sz="1200">
              <a:latin typeface="Tenor Sans"/>
            </a:endParaRP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527DF775-274F-9621-CECB-AEA33B0D7A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42010" y="1639025"/>
            <a:ext cx="2105700" cy="338400"/>
          </a:xfrm>
        </p:spPr>
        <p:txBody>
          <a:bodyPr/>
          <a:lstStyle/>
          <a:p>
            <a:r>
              <a:rPr lang="fr-FR"/>
              <a:t>16S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1643F85-0AF9-AA4C-4186-EEF5B05E95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17917" y="1755576"/>
            <a:ext cx="2692857" cy="1570363"/>
          </a:xfrm>
        </p:spPr>
        <p:txBody>
          <a:bodyPr/>
          <a:lstStyle/>
          <a:p>
            <a:pPr marL="0" indent="0"/>
            <a:r>
              <a:rPr lang="fr-BE" sz="1200" err="1"/>
              <a:t>Ascomycota</a:t>
            </a:r>
            <a:r>
              <a:rPr lang="fr-BE" sz="1200"/>
              <a:t> </a:t>
            </a:r>
            <a:endParaRPr lang="en-US" sz="1200"/>
          </a:p>
          <a:p>
            <a:pPr marL="0" indent="0"/>
            <a:r>
              <a:rPr lang="fr-BE" sz="1200"/>
              <a:t>et </a:t>
            </a:r>
            <a:r>
              <a:rPr lang="fr-BE" sz="1200" i="1" err="1"/>
              <a:t>Basidiomycota</a:t>
            </a:r>
            <a:endParaRPr lang="en-US" sz="1200" err="1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 err="1">
                <a:cs typeface="Arial"/>
              </a:rPr>
              <a:t>Ascomycota</a:t>
            </a:r>
            <a:r>
              <a:rPr lang="fr-BE" sz="1200">
                <a:cs typeface="Arial"/>
              </a:rPr>
              <a:t> = Patate douce</a:t>
            </a:r>
            <a:r>
              <a:rPr lang="en-US" sz="1200">
                <a:cs typeface="Arial"/>
              </a:rPr>
              <a:t> 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 i="1" err="1">
                <a:cs typeface="Arial"/>
              </a:rPr>
              <a:t>Basidiomycota</a:t>
            </a:r>
            <a:r>
              <a:rPr lang="fr-BE" sz="1200" i="1">
                <a:cs typeface="Arial"/>
              </a:rPr>
              <a:t> = </a:t>
            </a:r>
            <a:endParaRPr lang="fr-BE" sz="1200">
              <a:cs typeface="Arial"/>
            </a:endParaRPr>
          </a:p>
          <a:p>
            <a:pPr marL="0" indent="0"/>
            <a:r>
              <a:rPr lang="fr-BE" sz="1200" i="1">
                <a:cs typeface="Arial"/>
              </a:rPr>
              <a:t>  Champignons à chapeaux</a:t>
            </a:r>
            <a:endParaRPr lang="fr-BE" sz="1200">
              <a:cs typeface="Arial"/>
            </a:endParaRP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1E55C10-DA16-9FF9-2F85-1770F0F12A8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415410" y="1639025"/>
            <a:ext cx="2105700" cy="338400"/>
          </a:xfrm>
        </p:spPr>
        <p:txBody>
          <a:bodyPr/>
          <a:lstStyle/>
          <a:p>
            <a:r>
              <a:rPr lang="fr-FR"/>
              <a:t>18S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1FEECBA-A04D-E19E-188A-E72C22B6710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088800" y="1960244"/>
            <a:ext cx="2230960" cy="1033098"/>
          </a:xfrm>
        </p:spPr>
        <p:txBody>
          <a:bodyPr/>
          <a:lstStyle/>
          <a:p>
            <a:r>
              <a:rPr lang="fr-BE" sz="1200" i="1">
                <a:solidFill>
                  <a:srgbClr val="2E2E2E"/>
                </a:solidFill>
              </a:rPr>
              <a:t>Penicillium</a:t>
            </a:r>
            <a:r>
              <a:rPr lang="fr-BE" sz="1200">
                <a:solidFill>
                  <a:srgbClr val="2E2E2E"/>
                </a:solidFill>
              </a:rPr>
              <a:t> et </a:t>
            </a:r>
            <a:r>
              <a:rPr lang="fr-BE" sz="1200" i="1">
                <a:solidFill>
                  <a:srgbClr val="2E2E2E"/>
                </a:solidFill>
              </a:rPr>
              <a:t>Botrytis</a:t>
            </a:r>
            <a:endParaRPr lang="fr-FR" sz="1200">
              <a:solidFill>
                <a:srgbClr val="2E2E2E"/>
              </a:solidFill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>
                <a:cs typeface="Arial"/>
              </a:rPr>
              <a:t>Champignons</a:t>
            </a:r>
            <a:r>
              <a:rPr lang="en-US" sz="1200">
                <a:cs typeface="Arial"/>
              </a:rPr>
              <a:t> 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>
                <a:cs typeface="Arial"/>
              </a:rPr>
              <a:t>Pathogène</a:t>
            </a:r>
            <a:r>
              <a:rPr lang="en-US" sz="1200">
                <a:cs typeface="Arial"/>
              </a:rPr>
              <a:t> 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fr-BE" sz="1200">
                <a:cs typeface="Arial"/>
              </a:rPr>
              <a:t>Responsable pourriture</a:t>
            </a:r>
            <a:r>
              <a:rPr lang="en-US" sz="1200">
                <a:cs typeface="Arial"/>
              </a:rPr>
              <a:t> 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5DF76572-523A-F2FB-326B-1E38FB24FE2E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088810" y="1639025"/>
            <a:ext cx="2105700" cy="338400"/>
          </a:xfrm>
        </p:spPr>
        <p:txBody>
          <a:bodyPr/>
          <a:lstStyle/>
          <a:p>
            <a:r>
              <a:rPr lang="fr-FR"/>
              <a:t>ITS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742EBA28-A21B-8E0F-A173-1AB186B4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Interprétation</a:t>
            </a:r>
          </a:p>
        </p:txBody>
      </p:sp>
      <p:sp>
        <p:nvSpPr>
          <p:cNvPr id="10" name="Google Shape;477;p42">
            <a:extLst>
              <a:ext uri="{FF2B5EF4-FFF2-40B4-BE49-F238E27FC236}">
                <a16:creationId xmlns:a16="http://schemas.microsoft.com/office/drawing/2014/main" id="{D1A81F2E-A903-BAC0-9B66-A76D4EA6C7EF}"/>
              </a:ext>
            </a:extLst>
          </p:cNvPr>
          <p:cNvSpPr txBox="1">
            <a:spLocks/>
          </p:cNvSpPr>
          <p:nvPr/>
        </p:nvSpPr>
        <p:spPr>
          <a:xfrm>
            <a:off x="742000" y="913625"/>
            <a:ext cx="6411275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enor Sans"/>
              <a:buNone/>
              <a:defRPr sz="2000" b="0" i="0" u="none" strike="noStrike" cap="none">
                <a:solidFill>
                  <a:schemeClr val="dk1"/>
                </a:solidFill>
                <a:latin typeface="Tenor Sans"/>
                <a:ea typeface="Tenor Sans"/>
                <a:cs typeface="Tenor Sans"/>
                <a:sym typeface="Tenor Sans"/>
              </a:defRPr>
            </a:lvl9pPr>
          </a:lstStyle>
          <a:p>
            <a:pPr marL="0" indent="0"/>
            <a:r>
              <a:rPr lang="fr-FR"/>
              <a:t>Jus de patate douce </a:t>
            </a:r>
          </a:p>
        </p:txBody>
      </p:sp>
    </p:spTree>
    <p:extLst>
      <p:ext uri="{BB962C8B-B14F-4D97-AF65-F5344CB8AC3E}">
        <p14:creationId xmlns:p14="http://schemas.microsoft.com/office/powerpoint/2010/main" val="2310465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C49C3-8B5C-1B1F-59F9-483786E6E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1F80D8-358E-137C-9292-1DF7CD9C6B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400203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Studies Subject for High School - 9th Grade: Individuality and Conformity by Slidesgo">
  <a:themeElements>
    <a:clrScheme name="Simple Light">
      <a:dk1>
        <a:srgbClr val="2E2E2E"/>
      </a:dk1>
      <a:lt1>
        <a:srgbClr val="EFEFEF"/>
      </a:lt1>
      <a:dk2>
        <a:srgbClr val="838383"/>
      </a:dk2>
      <a:lt2>
        <a:srgbClr val="FFFFFF"/>
      </a:lt2>
      <a:accent1>
        <a:srgbClr val="AAA9A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28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Social Studies Subject for High School - 9th Grade: Individuality and Conformity by Slidesgo</vt:lpstr>
      <vt:lpstr>Initiation aux NGS</vt:lpstr>
      <vt:lpstr>Table des matières</vt:lpstr>
      <vt:lpstr>INTRODUCTION</vt:lpstr>
      <vt:lpstr>Echantillons</vt:lpstr>
      <vt:lpstr>Objectifs</vt:lpstr>
      <vt:lpstr>Workflow Illumina</vt:lpstr>
      <vt:lpstr>Workflow Illumina</vt:lpstr>
      <vt:lpstr>Méthode réalisée de novo</vt:lpstr>
      <vt:lpstr>Méthode réalisée de novo</vt:lpstr>
      <vt:lpstr>Méthode réalisée de novo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Comparaison des résultats</vt:lpstr>
      <vt:lpstr>Résultats</vt:lpstr>
      <vt:lpstr>Interprétation</vt:lpstr>
      <vt:lpstr>Interprétation</vt:lpstr>
      <vt:lpstr>Interprétation</vt:lpstr>
      <vt:lpstr>Interprétation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STUDIES</dc:title>
  <cp:revision>1</cp:revision>
  <dcterms:modified xsi:type="dcterms:W3CDTF">2024-05-13T07:17:19Z</dcterms:modified>
</cp:coreProperties>
</file>